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Barlow Condensed SemiBold"/>
      <p:regular r:id="rId20"/>
      <p:bold r:id="rId21"/>
      <p:italic r:id="rId22"/>
      <p:boldItalic r:id="rId23"/>
    </p:embeddedFont>
    <p:embeddedFont>
      <p:font typeface="Barlow Condense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CondensedSemiBold-regular.fntdata"/><Relationship Id="rId22" Type="http://schemas.openxmlformats.org/officeDocument/2006/relationships/font" Target="fonts/BarlowCondensedSemiBold-italic.fntdata"/><Relationship Id="rId21" Type="http://schemas.openxmlformats.org/officeDocument/2006/relationships/font" Target="fonts/BarlowCondensedSemiBold-bold.fntdata"/><Relationship Id="rId24" Type="http://schemas.openxmlformats.org/officeDocument/2006/relationships/font" Target="fonts/BarlowCondensed-regular.fntdata"/><Relationship Id="rId23" Type="http://schemas.openxmlformats.org/officeDocument/2006/relationships/font" Target="fonts/BarlowCondensed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Condensed-italic.fntdata"/><Relationship Id="rId25" Type="http://schemas.openxmlformats.org/officeDocument/2006/relationships/font" Target="fonts/BarlowCondensed-bold.fntdata"/><Relationship Id="rId27" Type="http://schemas.openxmlformats.org/officeDocument/2006/relationships/font" Target="fonts/BarlowCondense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d3909a484e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core question that motivates this work is: do complex graph structures in multiagent systems discourage high-effort verification from individual agents due to misaligned incentives? in multiagent architecture we often assume that </a:t>
            </a:r>
            <a:r>
              <a:rPr lang="en-US"/>
              <a:t>adding</a:t>
            </a:r>
            <a:r>
              <a:rPr lang="en-US"/>
              <a:t> more agents will improve performance. however, in practice this introduces rapidly </a:t>
            </a:r>
            <a:r>
              <a:rPr lang="en-US"/>
              <a:t>compounding</a:t>
            </a:r>
            <a:r>
              <a:rPr lang="en-US"/>
              <a:t> costs both in terms of token usage and latency. at the same time, recent work shows that many agent failures can be traced back to inter-agent miscommunication, rather than individual model capability which suggest the way agents are connected may be as important as the agents themselves. so instead of treating multi-agent systems as black boxes, this project asks: what if the hidden variable driving performance is the interaction topology?</a:t>
            </a:r>
            <a:endParaRPr/>
          </a:p>
        </p:txBody>
      </p:sp>
      <p:sp>
        <p:nvSpPr>
          <p:cNvPr id="270" name="Google Shape;270;g3d3909a484e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200025" lvl="0" marL="288925" rtl="0" algn="l">
              <a:spcBef>
                <a:spcPts val="1600"/>
              </a:spcBef>
              <a:spcAft>
                <a:spcPts val="0"/>
              </a:spcAft>
              <a:buClr>
                <a:schemeClr val="dk1"/>
              </a:buClr>
              <a:buSzPts val="130"/>
              <a:buFont typeface="Noto Sans Symbols"/>
              <a:buChar char="▪"/>
            </a:pPr>
            <a:r>
              <a:rPr lang="en-US" sz="1000">
                <a:latin typeface="Georgia"/>
                <a:ea typeface="Georgia"/>
                <a:cs typeface="Georgia"/>
                <a:sym typeface="Georgia"/>
              </a:rPr>
              <a:t>to understand this, let look at how multi-agent systems have evolved. from the very left, we have the baseline where A single LLM takes in a prompt and produces an output. This is simple and efficient, but often fails on more complex tasks due to lack of verification.</a:t>
            </a:r>
            <a:endParaRPr sz="1000">
              <a:latin typeface="Georgia"/>
              <a:ea typeface="Georgia"/>
              <a:cs typeface="Georgia"/>
              <a:sym typeface="Georgia"/>
            </a:endParaRPr>
          </a:p>
          <a:p>
            <a:pPr indent="-255270" lvl="0" marL="288925" rtl="0" algn="l">
              <a:spcBef>
                <a:spcPts val="0"/>
              </a:spcBef>
              <a:spcAft>
                <a:spcPts val="0"/>
              </a:spcAft>
              <a:buClr>
                <a:schemeClr val="dk1"/>
              </a:buClr>
              <a:buSzPts val="1000"/>
              <a:buFont typeface="Georgia"/>
              <a:buChar char="▪"/>
            </a:pPr>
            <a:r>
              <a:rPr lang="en-US" sz="1000">
                <a:latin typeface="Georgia"/>
                <a:ea typeface="Georgia"/>
                <a:cs typeface="Georgia"/>
                <a:sym typeface="Georgia"/>
              </a:rPr>
              <a:t>next we move to orchestrated pipelines where we </a:t>
            </a:r>
            <a:r>
              <a:rPr lang="en-US" sz="1000">
                <a:latin typeface="Georgia"/>
                <a:ea typeface="Georgia"/>
                <a:cs typeface="Georgia"/>
                <a:sym typeface="Georgia"/>
              </a:rPr>
              <a:t>introduce</a:t>
            </a:r>
            <a:r>
              <a:rPr lang="en-US" sz="1000">
                <a:latin typeface="Georgia"/>
                <a:ea typeface="Georgia"/>
                <a:cs typeface="Georgia"/>
                <a:sym typeface="Georgia"/>
              </a:rPr>
              <a:t> structured roles such as a planner generates a strategy, a coder implements it, a reviewer then check it. Frameworks like MetaGPT and AutoGen follow this paradigm. however, these frameworks are often evaluated as holistic packages. when they succeed, it is hard to tell if the gain comes from the prompts, the specific tools, or the underlying interaction graph.</a:t>
            </a:r>
            <a:endParaRPr sz="1000">
              <a:latin typeface="Georgia"/>
              <a:ea typeface="Georgia"/>
              <a:cs typeface="Georgia"/>
              <a:sym typeface="Georgia"/>
            </a:endParaRPr>
          </a:p>
          <a:p>
            <a:pPr indent="-255270" lvl="0" marL="288925" rtl="0" algn="l">
              <a:spcBef>
                <a:spcPts val="0"/>
              </a:spcBef>
              <a:spcAft>
                <a:spcPts val="0"/>
              </a:spcAft>
              <a:buClr>
                <a:schemeClr val="dk1"/>
              </a:buClr>
              <a:buSzPts val="1000"/>
              <a:buFont typeface="Georgia"/>
              <a:buChar char="▪"/>
            </a:pPr>
            <a:r>
              <a:rPr lang="en-US" sz="1000">
                <a:latin typeface="Georgia"/>
                <a:ea typeface="Georgia"/>
                <a:cs typeface="Georgia"/>
                <a:sym typeface="Georgia"/>
              </a:rPr>
              <a:t>finally, we have the closed-loop state of the art, including frameworks like agentcoder, reflexion, mapcoder. these models proved that iterative testing and reflection are game-changers for </a:t>
            </a:r>
            <a:r>
              <a:rPr lang="en-US" sz="1000">
                <a:latin typeface="Georgia"/>
                <a:ea typeface="Georgia"/>
                <a:cs typeface="Georgia"/>
                <a:sym typeface="Georgia"/>
              </a:rPr>
              <a:t>benchmarks</a:t>
            </a:r>
            <a:r>
              <a:rPr lang="en-US" sz="1000">
                <a:latin typeface="Georgia"/>
                <a:ea typeface="Georgia"/>
                <a:cs typeface="Georgia"/>
                <a:sym typeface="Georgia"/>
              </a:rPr>
              <a:t> like mbpp. they utilize loops where code is executed in a sandbox and the resulting error logs are fed back to the agent for repair. </a:t>
            </a:r>
            <a:r>
              <a:rPr lang="en-US" sz="1000">
                <a:latin typeface="Georgia"/>
                <a:ea typeface="Georgia"/>
                <a:cs typeface="Georgia"/>
                <a:sym typeface="Georgia"/>
              </a:rPr>
              <a:t>nonetheless</a:t>
            </a:r>
            <a:r>
              <a:rPr lang="en-US" sz="1000">
                <a:latin typeface="Georgia"/>
                <a:ea typeface="Georgia"/>
                <a:cs typeface="Georgia"/>
                <a:sym typeface="Georgia"/>
              </a:rPr>
              <a:t>, they </a:t>
            </a:r>
            <a:r>
              <a:rPr lang="en-US" sz="1000">
                <a:latin typeface="Georgia"/>
                <a:ea typeface="Georgia"/>
                <a:cs typeface="Georgia"/>
                <a:sym typeface="Georgia"/>
              </a:rPr>
              <a:t>vary in prompts, tools, and structure which make it impossible to isolate the effect of topology alone</a:t>
            </a:r>
            <a:endParaRPr sz="1000">
              <a:latin typeface="Georgia"/>
              <a:ea typeface="Georgia"/>
              <a:cs typeface="Georgia"/>
              <a:sym typeface="Georgia"/>
            </a:endParaRPr>
          </a:p>
          <a:p>
            <a:pPr indent="-255270" lvl="0" marL="288925" rtl="0" algn="l">
              <a:spcBef>
                <a:spcPts val="0"/>
              </a:spcBef>
              <a:spcAft>
                <a:spcPts val="0"/>
              </a:spcAft>
              <a:buClr>
                <a:schemeClr val="dk1"/>
              </a:buClr>
              <a:buSzPts val="1000"/>
              <a:buFont typeface="Georgia"/>
              <a:buChar char="▪"/>
            </a:pPr>
            <a:r>
              <a:rPr lang="en-US" sz="1000">
                <a:latin typeface="Georgia"/>
                <a:ea typeface="Georgia"/>
                <a:cs typeface="Georgia"/>
                <a:sym typeface="Georgia"/>
              </a:rPr>
              <a:t>so the central research objective of this project is: to perform a controlled, systematic study of interaction topology in multiagent coding systems </a:t>
            </a:r>
            <a:endParaRPr sz="100"/>
          </a:p>
        </p:txBody>
      </p:sp>
      <p:sp>
        <p:nvSpPr>
          <p:cNvPr id="279" name="Google Shape;2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3803a95e8_1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The key idea of our approach is to treat this as a controlled experiment.</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First, we fix the input constant across all experiments, this include the model (same LLM backbone), the task distribution (MBPP dataset), and the agent role prompts with no fine-tuning or adaptation. Next, we define the independent variable: graph interaction topology. we systematically vary how agents are connected including linear pipelines, iterative feedback loops, cyclic structures, hierarchical systems. Finally, we evaluate each topology along three dimensions including accuracy, compute cost, and incentive stability</a:t>
            </a:r>
            <a:endParaRPr sz="1100">
              <a:latin typeface="Arial"/>
              <a:ea typeface="Arial"/>
              <a:cs typeface="Arial"/>
              <a:sym typeface="Arial"/>
            </a:endParaRPr>
          </a:p>
        </p:txBody>
      </p:sp>
      <p:sp>
        <p:nvSpPr>
          <p:cNvPr id="296" name="Google Shape;296;g3d3803a95e8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formalize this, we model multi-agent code generation as a cooperative game where each agent contributes to solving a shared task. we define the utility for each agent i as</a:t>
            </a:r>
            <a:endParaRPr/>
          </a:p>
          <a:p>
            <a:pPr indent="-317500" lvl="0" marL="457200" rtl="0" algn="l">
              <a:spcBef>
                <a:spcPts val="0"/>
              </a:spcBef>
              <a:spcAft>
                <a:spcPts val="0"/>
              </a:spcAft>
              <a:buSzPts val="1400"/>
              <a:buChar char="-"/>
            </a:pPr>
            <a:r>
              <a:rPr lang="en-US"/>
              <a:t>first term represent the shared reward where v represents the value of successfully completing the task and the indicator function is 1 if the solution passess all unit tests, 0 otherwise. so this means all agents benefit if the system succeeds</a:t>
            </a:r>
            <a:endParaRPr/>
          </a:p>
          <a:p>
            <a:pPr indent="-317500" lvl="0" marL="457200" rtl="0" algn="l">
              <a:spcBef>
                <a:spcPts val="0"/>
              </a:spcBef>
              <a:spcAft>
                <a:spcPts val="0"/>
              </a:spcAft>
              <a:buSzPts val="1400"/>
              <a:buChar char="-"/>
            </a:pPr>
            <a:r>
              <a:rPr lang="en-US"/>
              <a:t>second term represent individual cost where </a:t>
            </a:r>
            <a:r>
              <a:rPr lang="en-US"/>
              <a:t>ti represents the token usage of agent i and lambda is a scaling factor that controls how costly computation is</a:t>
            </a:r>
            <a:endParaRPr/>
          </a:p>
          <a:p>
            <a:pPr indent="0" lvl="0" marL="0" rtl="0" algn="l">
              <a:spcBef>
                <a:spcPts val="0"/>
              </a:spcBef>
              <a:spcAft>
                <a:spcPts val="0"/>
              </a:spcAft>
              <a:buNone/>
            </a:pPr>
            <a:r>
              <a:rPr lang="en-US"/>
              <a:t>so overall, each agent faces a tradeoff, contribute more effort to increase the chance of success vs. minimize their own computational cost. this is where we analyze incentive stability, we approximate whether the system is stable under deviation</a:t>
            </a:r>
            <a:endParaRPr/>
          </a:p>
        </p:txBody>
      </p:sp>
      <p:sp>
        <p:nvSpPr>
          <p:cNvPr id="304" name="Google Shape;3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we define our agent nodes and what they can play in the game. We have standard roles: Planner, Coder, Reviewer, and Tester. But since we cannot 'fine-tune' effort out of an API, we manipulate Effort (</a:t>
            </a:r>
            <a:endParaRPr/>
          </a:p>
          <a:p>
            <a:pPr indent="0" lvl="0" marL="0" rtl="0" algn="l">
              <a:spcBef>
                <a:spcPts val="0"/>
              </a:spcBef>
              <a:spcAft>
                <a:spcPts val="0"/>
              </a:spcAft>
              <a:buNone/>
            </a:pPr>
            <a:r>
              <a:rPr lang="en-US"/>
              <a:t>e</a:t>
            </a:r>
            <a:endParaRPr/>
          </a:p>
          <a:p>
            <a:pPr indent="0" lvl="0" marL="0" rtl="0" algn="l">
              <a:spcBef>
                <a:spcPts val="0"/>
              </a:spcBef>
              <a:spcAft>
                <a:spcPts val="0"/>
              </a:spcAft>
              <a:buNone/>
            </a:pPr>
            <a:r>
              <a:rPr lang="en-US"/>
              <a:t>e) using generation constraints. High effort (</a:t>
            </a:r>
            <a:endParaRPr/>
          </a:p>
          <a:p>
            <a:pPr indent="0" lvl="0" marL="0" rtl="0" algn="l">
              <a:spcBef>
                <a:spcPts val="0"/>
              </a:spcBef>
              <a:spcAft>
                <a:spcPts val="0"/>
              </a:spcAft>
              <a:buNone/>
            </a:pPr>
            <a:r>
              <a:rPr lang="en-US"/>
              <a:t>e</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1</a:t>
            </a:r>
            <a:endParaRPr/>
          </a:p>
          <a:p>
            <a:pPr indent="0" lvl="0" marL="0" rtl="0" algn="l">
              <a:spcBef>
                <a:spcPts val="0"/>
              </a:spcBef>
              <a:spcAft>
                <a:spcPts val="0"/>
              </a:spcAft>
              <a:buNone/>
            </a:pPr>
            <a:r>
              <a:rPr lang="en-US"/>
              <a:t>e=1) gives the agent 2048 tokens and reasoning prompts. Low effort (</a:t>
            </a:r>
            <a:endParaRPr/>
          </a:p>
          <a:p>
            <a:pPr indent="0" lvl="0" marL="0" rtl="0" algn="l">
              <a:spcBef>
                <a:spcPts val="0"/>
              </a:spcBef>
              <a:spcAft>
                <a:spcPts val="0"/>
              </a:spcAft>
              <a:buNone/>
            </a:pPr>
            <a:r>
              <a:rPr lang="en-US"/>
              <a:t>e</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0</a:t>
            </a:r>
            <a:endParaRPr/>
          </a:p>
          <a:p>
            <a:pPr indent="0" lvl="0" marL="0" rtl="0" algn="l">
              <a:spcBef>
                <a:spcPts val="0"/>
              </a:spcBef>
              <a:spcAft>
                <a:spcPts val="0"/>
              </a:spcAft>
              <a:buNone/>
            </a:pPr>
            <a:r>
              <a:rPr lang="en-US"/>
              <a:t>e=0) starves the agent—capping it at 256 tokens and greedy, 0-temperature decoding. This perfectly simulates an agent throwing lazy, unverified code over the wall."</a:t>
            </a:r>
            <a:endParaRPr/>
          </a:p>
        </p:txBody>
      </p:sp>
      <p:sp>
        <p:nvSpPr>
          <p:cNvPr id="314" name="Google Shape;3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3803a95e8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Slide 7: Graph Topologies Overview</a:t>
            </a:r>
            <a:endParaRPr/>
          </a:p>
          <a:p>
            <a:pPr indent="0" lvl="0" marL="0" rtl="0" algn="l">
              <a:spcBef>
                <a:spcPts val="0"/>
              </a:spcBef>
              <a:spcAft>
                <a:spcPts val="0"/>
              </a:spcAft>
              <a:buNone/>
            </a:pPr>
            <a:r>
              <a:rPr lang="en-US"/>
              <a:t>**Speaker Notes:**</a:t>
            </a:r>
            <a:endParaRPr/>
          </a:p>
          <a:p>
            <a:pPr indent="0" lvl="0" marL="0" rtl="0" algn="l">
              <a:spcBef>
                <a:spcPts val="0"/>
              </a:spcBef>
              <a:spcAft>
                <a:spcPts val="0"/>
              </a:spcAft>
              <a:buNone/>
            </a:pPr>
            <a:r>
              <a:rPr lang="en-US"/>
              <a:t>"These are the exact topologies we evaluated, built in LangGraph. I'll briefly break down how information flows through each one:</a:t>
            </a:r>
            <a:endParaRPr/>
          </a:p>
          <a:p>
            <a:pPr indent="0" lvl="0" marL="0" rtl="0" algn="l">
              <a:spcBef>
                <a:spcPts val="0"/>
              </a:spcBef>
              <a:spcAft>
                <a:spcPts val="0"/>
              </a:spcAft>
              <a:buNone/>
            </a:pPr>
            <a:r>
              <a:rPr lang="en-US"/>
              <a:t>- **G0: Baseline (0-shot):** A single Universal Agent mapping input directly to output with no reflection. *(Inspiration: standard ChatGPT zero-shot inference).*</a:t>
            </a:r>
            <a:endParaRPr/>
          </a:p>
          <a:p>
            <a:pPr indent="0" lvl="0" marL="0" rtl="0" algn="l">
              <a:spcBef>
                <a:spcPts val="0"/>
              </a:spcBef>
              <a:spcAft>
                <a:spcPts val="0"/>
              </a:spcAft>
              <a:buNone/>
            </a:pPr>
            <a:r>
              <a:rPr lang="en-US"/>
              <a:t>- **G1: Waterfall:** A strictly linear sequence of Planner, Coder, Reviewer, and Tester. There is no backtracking allowed. *(Inspiration: Traditional waterfall SDLC).*</a:t>
            </a:r>
            <a:endParaRPr/>
          </a:p>
          <a:p>
            <a:pPr indent="0" lvl="0" marL="0" rtl="0" algn="l">
              <a:spcBef>
                <a:spcPts val="0"/>
              </a:spcBef>
              <a:spcAft>
                <a:spcPts val="0"/>
              </a:spcAft>
              <a:buNone/>
            </a:pPr>
            <a:r>
              <a:rPr lang="en-US"/>
              <a:t>- **G2: AgentCoder:** A tight, conditional loop between Coder and Tester. It iterates dynamically based purely on test execution success. *(Inspiration: AgentCoder, Huang et al., 2023).*</a:t>
            </a:r>
            <a:endParaRPr/>
          </a:p>
          <a:p>
            <a:pPr indent="0" lvl="0" marL="0" rtl="0" algn="l">
              <a:spcBef>
                <a:spcPts val="0"/>
              </a:spcBef>
              <a:spcAft>
                <a:spcPts val="0"/>
              </a:spcAft>
              <a:buNone/>
            </a:pPr>
            <a:r>
              <a:rPr lang="en-US"/>
              <a:t>- **G2.5: Reviewer Repair:** Routes test failures through a Reviewer for static analysis *before* returning to the Coder for patching. *(Inspiration: Bridging Reflexion, Shinn et al., 2023, with AgentCoder).*</a:t>
            </a:r>
            <a:endParaRPr/>
          </a:p>
          <a:p>
            <a:pPr indent="0" lvl="0" marL="0" rtl="0" algn="l">
              <a:spcBef>
                <a:spcPts val="0"/>
              </a:spcBef>
              <a:spcAft>
                <a:spcPts val="0"/>
              </a:spcAft>
              <a:buNone/>
            </a:pPr>
            <a:r>
              <a:rPr lang="en-US"/>
              <a:t>- **G3: MapCoder:** A massive cyclic flow where test failures trigger a complete re-plan originating all the way back at the Planner, rigorously rebuilding logical rot. *(Inspiration: MapCoder, Islam et al., 2024).*</a:t>
            </a:r>
            <a:endParaRPr/>
          </a:p>
          <a:p>
            <a:pPr indent="0" lvl="0" marL="0" rtl="0" algn="l">
              <a:spcBef>
                <a:spcPts val="0"/>
              </a:spcBef>
              <a:spcAft>
                <a:spcPts val="0"/>
              </a:spcAft>
              <a:buNone/>
            </a:pPr>
            <a:r>
              <a:rPr lang="en-US"/>
              <a:t>- **G4: Parallel Judge:** A 'Best-of-N' structure where three parallel Coders produce candidate solutions, and a Judge votes on the best one to forward to the Tester. *(Inspiration: AlphaCode scaling laws and Best-of-N sampling).*</a:t>
            </a:r>
            <a:endParaRPr/>
          </a:p>
          <a:p>
            <a:pPr indent="0" lvl="0" marL="0" rtl="0" algn="l">
              <a:spcBef>
                <a:spcPts val="0"/>
              </a:spcBef>
              <a:spcAft>
                <a:spcPts val="0"/>
              </a:spcAft>
              <a:buNone/>
            </a:pPr>
            <a:r>
              <a:rPr lang="en-US"/>
              <a:t>- **G5: Adversarial Debate:** The Coder's script is attacked by a 'Red Team' searching for vulnerabilities, and a 'Blue Team' must defend or patch it before testing. *(Inspiration: Multi-agent debate frameworks / Du et al., 2023).*</a:t>
            </a:r>
            <a:endParaRPr/>
          </a:p>
          <a:p>
            <a:pPr indent="0" lvl="0" marL="0" rtl="0" algn="l">
              <a:spcBef>
                <a:spcPts val="0"/>
              </a:spcBef>
              <a:spcAft>
                <a:spcPts val="0"/>
              </a:spcAft>
              <a:buNone/>
            </a:pPr>
            <a:r>
              <a:rPr lang="en-US"/>
              <a:t>- **G6: Hierarchical Setup:** A Manager agent breaks down tasks and hands them off to parallel Workers, followed by an Aggregator. *(Inspiration: MetaGPT and ChatDev organizational trees).*"</a:t>
            </a:r>
            <a:endParaRPr/>
          </a:p>
          <a:p>
            <a:pPr indent="0" lvl="0" marL="0" rtl="0" algn="l">
              <a:spcBef>
                <a:spcPts val="0"/>
              </a:spcBef>
              <a:spcAft>
                <a:spcPts val="0"/>
              </a:spcAft>
              <a:buNone/>
            </a:pPr>
            <a:r>
              <a:t/>
            </a:r>
            <a:endParaRPr/>
          </a:p>
        </p:txBody>
      </p:sp>
      <p:sp>
        <p:nvSpPr>
          <p:cNvPr id="325" name="Google Shape;325;g3d3803a95e8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d3803a95e8_1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d3803a95e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3803a95e8_1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whether a topology is incentive-stable using an approximate Nash equilibrium criterion.</a:t>
            </a:r>
            <a:endParaRPr/>
          </a:p>
          <a:p>
            <a:pPr indent="0" lvl="0" marL="0" rtl="0" algn="l">
              <a:lnSpc>
                <a:spcPct val="115000"/>
              </a:lnSpc>
              <a:spcBef>
                <a:spcPts val="1200"/>
              </a:spcBef>
              <a:spcAft>
                <a:spcPts val="0"/>
              </a:spcAft>
              <a:buClr>
                <a:schemeClr val="dk1"/>
              </a:buClr>
              <a:buSzPts val="1100"/>
              <a:buFont typeface="Arial"/>
              <a:buNone/>
            </a:pPr>
            <a:r>
              <a:rPr lang="en-US"/>
              <a:t>The idea is to check whether any single agent would benefit from dropping from high effort to low effort while all other agents stay the same.</a:t>
            </a:r>
            <a:endParaRPr/>
          </a:p>
          <a:p>
            <a:pPr indent="0" lvl="0" marL="0" rtl="0" algn="l">
              <a:lnSpc>
                <a:spcPct val="115000"/>
              </a:lnSpc>
              <a:spcBef>
                <a:spcPts val="1200"/>
              </a:spcBef>
              <a:spcAft>
                <a:spcPts val="0"/>
              </a:spcAft>
              <a:buClr>
                <a:schemeClr val="dk1"/>
              </a:buClr>
              <a:buSzPts val="1100"/>
              <a:buFont typeface="Arial"/>
              <a:buNone/>
            </a:pPr>
            <a:r>
              <a:rPr lang="en-US"/>
              <a:t>So first, we run the base graph under the full high-effort setting. Then we make one agent to deviate to low effort and compare its utility vs playing high effort. If that agent’s utility goes up, mainly by saving token cost without hurting the final outcome too much, then the graph is unstable and encourages free-riding.</a:t>
            </a:r>
            <a:endParaRPr/>
          </a:p>
          <a:p>
            <a:pPr indent="0" lvl="0" marL="0" rtl="0" algn="l">
              <a:lnSpc>
                <a:spcPct val="115000"/>
              </a:lnSpc>
              <a:spcBef>
                <a:spcPts val="1200"/>
              </a:spcBef>
              <a:spcAft>
                <a:spcPts val="0"/>
              </a:spcAft>
              <a:buClr>
                <a:schemeClr val="dk1"/>
              </a:buClr>
              <a:buSzPts val="1100"/>
              <a:buFont typeface="Arial"/>
              <a:buNone/>
            </a:pPr>
            <a:r>
              <a:rPr lang="en-US"/>
              <a:t>So this metric tells us whether a topology supports sustained high-effort cooperation</a:t>
            </a:r>
            <a:r>
              <a:rPr lang="en-US"/>
              <a:t>, rather than only looking good on pass rate.</a:t>
            </a:r>
            <a:endParaRPr/>
          </a:p>
          <a:p>
            <a:pPr indent="0" lvl="0" marL="0" rtl="0" algn="l">
              <a:spcBef>
                <a:spcPts val="1200"/>
              </a:spcBef>
              <a:spcAft>
                <a:spcPts val="0"/>
              </a:spcAft>
              <a:buNone/>
            </a:pPr>
            <a:r>
              <a:t/>
            </a:r>
            <a:endParaRPr/>
          </a:p>
        </p:txBody>
      </p:sp>
      <p:sp>
        <p:nvSpPr>
          <p:cNvPr id="363" name="Google Shape;363;g3d3803a95e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latin typeface="Arial"/>
                <a:ea typeface="Arial"/>
                <a:cs typeface="Arial"/>
                <a:sym typeface="Arial"/>
              </a:rPr>
              <a:t>Let’s examine the results of our study.</a:t>
            </a:r>
            <a:br>
              <a:rPr lang="en-US" sz="1100">
                <a:latin typeface="Arial"/>
                <a:ea typeface="Arial"/>
                <a:cs typeface="Arial"/>
                <a:sym typeface="Arial"/>
              </a:rPr>
            </a:br>
            <a:r>
              <a:rPr lang="en-US" sz="1100">
                <a:latin typeface="Arial"/>
                <a:ea typeface="Arial"/>
                <a:cs typeface="Arial"/>
                <a:sym typeface="Arial"/>
              </a:rPr>
              <a:t> The left plot shows results for GPT-5.4 nano, and the right plot for Qwen2.5.</a:t>
            </a:r>
            <a:br>
              <a:rPr lang="en-US" sz="1100">
                <a:latin typeface="Arial"/>
                <a:ea typeface="Arial"/>
                <a:cs typeface="Arial"/>
                <a:sym typeface="Arial"/>
              </a:rPr>
            </a:br>
            <a:r>
              <a:rPr lang="en-US" sz="1100">
                <a:latin typeface="Arial"/>
                <a:ea typeface="Arial"/>
                <a:cs typeface="Arial"/>
                <a:sym typeface="Arial"/>
              </a:rPr>
              <a:t> In both cases, the x-axis represents average token cost, while the y-axis shows pass@1 accuracy.</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Although the absolute performance varies across models due to differences in underlying capability, a consistent structural pattern emerges.</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Cyclic topologies—particularly G2 (AgentCoder), G2.5 (Reviewer Repair), and G3 (MapCoder)—offer the best trade-off between correctness and compute.</a:t>
            </a:r>
            <a:br>
              <a:rPr b="1" lang="en-US" sz="1100">
                <a:latin typeface="Arial"/>
                <a:ea typeface="Arial"/>
                <a:cs typeface="Arial"/>
                <a:sym typeface="Arial"/>
              </a:rPr>
            </a:br>
            <a:r>
              <a:rPr lang="en-US" sz="1100">
                <a:latin typeface="Arial"/>
                <a:ea typeface="Arial"/>
                <a:cs typeface="Arial"/>
                <a:sym typeface="Arial"/>
              </a:rPr>
              <a:t> These designs leverage tight feedback loops between execution and generation, allowing errors to be iteratively corrected. As a result, they achieve substantially higher accuracy than baselines, while maintaining relatively efficient token usage.</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In contrast, more elaborate parallel and hierarchical structures, such as G4 and G6, are significantly less effective. On GPT-5.4 nano, they incur much higher token costs due to communication overhead, yet hardly provide any gain in accuracy</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On Qwen2.5, their performance is even weaker—accuracy remains low despite increased compute—suggesting that </a:t>
            </a:r>
            <a:r>
              <a:rPr b="1" lang="en-US" sz="1100">
                <a:latin typeface="Arial"/>
                <a:ea typeface="Arial"/>
                <a:cs typeface="Arial"/>
                <a:sym typeface="Arial"/>
              </a:rPr>
              <a:t>additional coordination does not compensate for limited base model capability</a:t>
            </a:r>
            <a:r>
              <a:rPr lang="en-US" sz="1100">
                <a:latin typeface="Arial"/>
                <a:ea typeface="Arial"/>
                <a:cs typeface="Arial"/>
                <a:sym typeface="Arial"/>
              </a:rPr>
              <a:t> and even damage the performance.</a:t>
            </a: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
        <p:nvSpPr>
          <p:cNvPr id="374" name="Google Shape;3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3803a95e8_1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t>Apart from token usage and accuracy, we need to take a look of the incentive stability. I</a:t>
            </a:r>
            <a:r>
              <a:rPr lang="en-US" sz="1100">
                <a:latin typeface="Georgia"/>
                <a:ea typeface="Georgia"/>
                <a:cs typeface="Georgia"/>
                <a:sym typeface="Georgia"/>
              </a:rPr>
              <a:t>n G2/2.5/3 loops, if an agent drops effort, the compiler catches the uncompilable code → execution fails, V=0, utility crashes → free-riding is impossible. </a:t>
            </a:r>
            <a:endParaRPr sz="1100">
              <a:latin typeface="Georgia"/>
              <a:ea typeface="Georgia"/>
              <a:cs typeface="Georgia"/>
              <a:sym typeface="Georgia"/>
            </a:endParaRPr>
          </a:p>
          <a:p>
            <a:pPr indent="0" lvl="0" marL="0" rtl="0" algn="l">
              <a:lnSpc>
                <a:spcPct val="115000"/>
              </a:lnSpc>
              <a:spcBef>
                <a:spcPts val="1200"/>
              </a:spcBef>
              <a:spcAft>
                <a:spcPts val="0"/>
              </a:spcAft>
              <a:buNone/>
            </a:pPr>
            <a:r>
              <a:rPr lang="en-US" sz="1100">
                <a:latin typeface="Georgia"/>
                <a:ea typeface="Georgia"/>
                <a:cs typeface="Georgia"/>
                <a:sym typeface="Georgia"/>
              </a:rPr>
              <a:t>By forming tight feedback loops between execution and generation, those Cyclic topologies convert test signals into iterative correction, leading to substantial accuracy gains with moderate token overhead.</a:t>
            </a:r>
            <a:endParaRPr sz="1100">
              <a:latin typeface="Georgia"/>
              <a:ea typeface="Georgia"/>
              <a:cs typeface="Georgia"/>
              <a:sym typeface="Georgia"/>
            </a:endParaRPr>
          </a:p>
          <a:p>
            <a:pPr indent="0" lvl="0" marL="0" rtl="0" algn="l">
              <a:lnSpc>
                <a:spcPct val="115000"/>
              </a:lnSpc>
              <a:spcBef>
                <a:spcPts val="1200"/>
              </a:spcBef>
              <a:spcAft>
                <a:spcPts val="0"/>
              </a:spcAft>
              <a:buNone/>
            </a:pPr>
            <a:r>
              <a:rPr lang="en-US" sz="1100">
                <a:latin typeface="Georgia"/>
                <a:ea typeface="Georgia"/>
                <a:cs typeface="Georgia"/>
                <a:sym typeface="Georgia"/>
              </a:rPr>
              <a:t>In parallel graphs like G5/6, if one Coder drops effort, a Judge safely discards it and relies on another agent. The slacker saves token cost but still receives the group reward, which becomes their incentive for  laziness</a:t>
            </a:r>
            <a:endParaRPr sz="1100"/>
          </a:p>
          <a:p>
            <a:pPr indent="0" lvl="0" marL="0" rtl="0" algn="l">
              <a:lnSpc>
                <a:spcPct val="115000"/>
              </a:lnSpc>
              <a:spcBef>
                <a:spcPts val="1200"/>
              </a:spcBef>
              <a:spcAft>
                <a:spcPts val="1200"/>
              </a:spcAft>
              <a:buNone/>
            </a:pPr>
            <a:r>
              <a:t/>
            </a:r>
            <a:endParaRPr/>
          </a:p>
        </p:txBody>
      </p:sp>
      <p:sp>
        <p:nvSpPr>
          <p:cNvPr id="384" name="Google Shape;384;g3d3803a95e8_1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3803a95e8_1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conclusion. First, </a:t>
            </a:r>
            <a:r>
              <a:rPr b="1" lang="en-US" sz="1100">
                <a:latin typeface="Arial"/>
                <a:ea typeface="Arial"/>
                <a:cs typeface="Arial"/>
                <a:sym typeface="Arial"/>
              </a:rPr>
              <a:t>topology strongly shapes multi-agent efficiency</a:t>
            </a:r>
            <a:r>
              <a:rPr lang="en-US" sz="1100">
                <a:latin typeface="Arial"/>
                <a:ea typeface="Arial"/>
                <a:cs typeface="Arial"/>
                <a:sym typeface="Arial"/>
              </a:rPr>
              <a:t>. Performance gains do not come only from the underlying model. They also depend heavily on how agents are connected and how information flows through the graph. In practice, graph structure affects token cost almost as much as it affects accuracy.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this means we should think about multi-agent systems economically, not just architecturally. A topology is only useful if the additional coordination it introduces actually improves task success enough to justify its compute cost. Otherwise, it simply creates token overhead without meaningful benefit.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Third, the most effective designs are the ones built around </a:t>
            </a:r>
            <a:r>
              <a:rPr b="1" lang="en-US" sz="1100">
                <a:latin typeface="Arial"/>
                <a:ea typeface="Arial"/>
                <a:cs typeface="Arial"/>
                <a:sym typeface="Arial"/>
              </a:rPr>
              <a:t>tight execution-feedback loops</a:t>
            </a:r>
            <a:r>
              <a:rPr lang="en-US" sz="1100">
                <a:latin typeface="Arial"/>
                <a:ea typeface="Arial"/>
                <a:cs typeface="Arial"/>
                <a:sym typeface="Arial"/>
              </a:rPr>
              <a:t>. Our results show that cyclic verification and repair structures are much more efficient than complex parallel debates or deep hierarchies. So adding more communication is not automatically better. What matters is whether that communication directly supports correction.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overall, the main message of this work is that </a:t>
            </a:r>
            <a:r>
              <a:rPr b="1" lang="en-US" sz="1100">
                <a:latin typeface="Arial"/>
                <a:ea typeface="Arial"/>
                <a:cs typeface="Arial"/>
                <a:sym typeface="Arial"/>
              </a:rPr>
              <a:t>interaction topology is not a secondary design choice</a:t>
            </a:r>
            <a:r>
              <a:rPr lang="en-US" sz="1100">
                <a:latin typeface="Arial"/>
                <a:ea typeface="Arial"/>
                <a:cs typeface="Arial"/>
                <a:sym typeface="Arial"/>
              </a:rPr>
              <a:t>. It is a central determinant of accuracy, efficiency, and incentive stability in multi-agent code generation.</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98" name="Google Shape;398;g3d3803a95e8_1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3803a95e8_1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of course there are some limitations for the study. </a:t>
            </a:r>
            <a:r>
              <a:rPr lang="en-US"/>
              <a:t>This slide highlights the main limitations and future directions of our work.</a:t>
            </a:r>
            <a:endParaRPr/>
          </a:p>
          <a:p>
            <a:pPr indent="0" lvl="0" marL="0" rtl="0" algn="l">
              <a:lnSpc>
                <a:spcPct val="115000"/>
              </a:lnSpc>
              <a:spcBef>
                <a:spcPts val="1200"/>
              </a:spcBef>
              <a:spcAft>
                <a:spcPts val="0"/>
              </a:spcAft>
              <a:buClr>
                <a:schemeClr val="dk1"/>
              </a:buClr>
              <a:buSzPts val="1100"/>
              <a:buFont typeface="Arial"/>
              <a:buNone/>
            </a:pPr>
            <a:r>
              <a:rPr lang="en-US"/>
              <a:t>First, our experiments are limited to MBPP because of compute constraints, so the results should be interpreted as controlled evidence rather than a universal conclusion.</a:t>
            </a:r>
            <a:endParaRPr/>
          </a:p>
          <a:p>
            <a:pPr indent="0" lvl="0" marL="0" rtl="0" algn="l">
              <a:lnSpc>
                <a:spcPct val="115000"/>
              </a:lnSpc>
              <a:spcBef>
                <a:spcPts val="1200"/>
              </a:spcBef>
              <a:spcAft>
                <a:spcPts val="0"/>
              </a:spcAft>
              <a:buClr>
                <a:schemeClr val="dk1"/>
              </a:buClr>
              <a:buSzPts val="1100"/>
              <a:buFont typeface="Arial"/>
              <a:buNone/>
            </a:pPr>
            <a:r>
              <a:rPr lang="en-US"/>
              <a:t>Second, the equilibrium analysis is empirical and prompt-based, so it is an approximation of incentive stability, not a formal game-theoretic proof.</a:t>
            </a:r>
            <a:endParaRPr/>
          </a:p>
          <a:p>
            <a:pPr indent="0" lvl="0" marL="0" rtl="0" algn="l">
              <a:lnSpc>
                <a:spcPct val="115000"/>
              </a:lnSpc>
              <a:spcBef>
                <a:spcPts val="1200"/>
              </a:spcBef>
              <a:spcAft>
                <a:spcPts val="0"/>
              </a:spcAft>
              <a:buClr>
                <a:schemeClr val="dk1"/>
              </a:buClr>
              <a:buSzPts val="1100"/>
              <a:buFont typeface="Arial"/>
              <a:buNone/>
            </a:pPr>
            <a:r>
              <a:rPr lang="en-US"/>
              <a:t>For future work, we would like to evaluate on harder software engineering benchmarks, expand the utility model beyond token cost, and develop fine-grained attribution methods that explain interaction dynamics over time.</a:t>
            </a:r>
            <a:endParaRPr/>
          </a:p>
          <a:p>
            <a:pPr indent="0" lvl="0" marL="0" rtl="0" algn="l">
              <a:spcBef>
                <a:spcPts val="1200"/>
              </a:spcBef>
              <a:spcAft>
                <a:spcPts val="0"/>
              </a:spcAft>
              <a:buNone/>
            </a:pPr>
            <a:r>
              <a:t/>
            </a:r>
            <a:endParaRPr/>
          </a:p>
        </p:txBody>
      </p:sp>
      <p:sp>
        <p:nvSpPr>
          <p:cNvPr id="411" name="Google Shape;411;g3d3803a95e8_1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jpg"/><Relationship Id="rId4" Type="http://schemas.openxmlformats.org/officeDocument/2006/relationships/image" Target="../media/image9.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pic>
        <p:nvPicPr>
          <p:cNvPr descr="University of Waterloo Faculty of Mathematics logo" id="23" name="Google Shape;23;p2"/>
          <p:cNvPicPr preferRelativeResize="0"/>
          <p:nvPr/>
        </p:nvPicPr>
        <p:blipFill rotWithShape="1">
          <a:blip r:embed="rId2">
            <a:alphaModFix/>
          </a:blip>
          <a:srcRect b="0" l="0" r="0" t="0"/>
          <a:stretch/>
        </p:blipFill>
        <p:spPr>
          <a:xfrm>
            <a:off x="0" y="5600289"/>
            <a:ext cx="4592702" cy="1255422"/>
          </a:xfrm>
          <a:prstGeom prst="rect">
            <a:avLst/>
          </a:prstGeom>
          <a:noFill/>
          <a:ln>
            <a:noFill/>
          </a:ln>
        </p:spPr>
      </p:pic>
      <p:sp>
        <p:nvSpPr>
          <p:cNvPr id="24" name="Google Shape;24;p2"/>
          <p:cNvSpPr txBox="1"/>
          <p:nvPr>
            <p:ph type="ctrTitle"/>
          </p:nvPr>
        </p:nvSpPr>
        <p:spPr>
          <a:xfrm>
            <a:off x="452740" y="1028940"/>
            <a:ext cx="9821560" cy="1474115"/>
          </a:xfrm>
          <a:prstGeom prst="rect">
            <a:avLst/>
          </a:prstGeom>
          <a:noFill/>
          <a:ln>
            <a:noFill/>
          </a:ln>
        </p:spPr>
        <p:txBody>
          <a:bodyPr anchorCtr="0" anchor="b" bIns="45700" lIns="0" spcFirstLastPara="1" rIns="91425" wrap="square" tIns="45700">
            <a:noAutofit/>
          </a:bodyPr>
          <a:lstStyle>
            <a:lvl1pPr lvl="0" algn="l">
              <a:lnSpc>
                <a:spcPct val="85000"/>
              </a:lnSpc>
              <a:spcBef>
                <a:spcPts val="0"/>
              </a:spcBef>
              <a:spcAft>
                <a:spcPts val="0"/>
              </a:spcAft>
              <a:buClr>
                <a:schemeClr val="dk1"/>
              </a:buClr>
              <a:buSzPts val="5400"/>
              <a:buFont typeface="Barlow Condensed"/>
              <a:buNone/>
              <a:defRPr b="1" i="0" sz="5400" cap="non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 type="subTitle"/>
          </p:nvPr>
        </p:nvSpPr>
        <p:spPr>
          <a:xfrm>
            <a:off x="452740" y="4266821"/>
            <a:ext cx="5486243" cy="666549"/>
          </a:xfrm>
          <a:prstGeom prst="rect">
            <a:avLst/>
          </a:prstGeom>
          <a:noFill/>
          <a:ln>
            <a:noFill/>
          </a:ln>
        </p:spPr>
        <p:txBody>
          <a:bodyPr anchorCtr="0" anchor="t" bIns="45700" lIns="0" spcFirstLastPara="1" rIns="91425" wrap="square" tIns="45700">
            <a:normAutofit/>
          </a:bodyPr>
          <a:lstStyle>
            <a:lvl1pPr lvl="0" algn="l">
              <a:lnSpc>
                <a:spcPct val="100000"/>
              </a:lnSpc>
              <a:spcBef>
                <a:spcPts val="800"/>
              </a:spcBef>
              <a:spcAft>
                <a:spcPts val="0"/>
              </a:spcAft>
              <a:buSzPts val="1275"/>
              <a:buNone/>
              <a:defRPr b="0" sz="150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2"/>
          <p:cNvSpPr txBox="1"/>
          <p:nvPr>
            <p:ph idx="10" type="dt"/>
          </p:nvPr>
        </p:nvSpPr>
        <p:spPr>
          <a:xfrm>
            <a:off x="452740" y="2642329"/>
            <a:ext cx="1182916" cy="377962"/>
          </a:xfrm>
          <a:prstGeom prst="rect">
            <a:avLst/>
          </a:prstGeom>
          <a:solidFill>
            <a:schemeClr val="accent3"/>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p:nvPr>
            <p:ph idx="11" type="ftr"/>
          </p:nvPr>
        </p:nvSpPr>
        <p:spPr>
          <a:xfrm>
            <a:off x="6623674" y="6377231"/>
            <a:ext cx="4293708"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
          <p:cNvSpPr txBox="1"/>
          <p:nvPr>
            <p:ph idx="12" type="sldNum"/>
          </p:nvPr>
        </p:nvSpPr>
        <p:spPr>
          <a:xfrm>
            <a:off x="11148416" y="6377231"/>
            <a:ext cx="5539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000" u="none" cap="none" strike="noStrike">
                <a:solidFill>
                  <a:schemeClr val="dk1"/>
                </a:solidFill>
                <a:latin typeface="Verdana"/>
                <a:ea typeface="Verdana"/>
                <a:cs typeface="Verdana"/>
                <a:sym typeface="Verdana"/>
              </a:defRPr>
            </a:lvl1pPr>
            <a:lvl2pPr indent="0" lvl="1" marL="0" algn="ctr">
              <a:spcBef>
                <a:spcPts val="0"/>
              </a:spcBef>
              <a:buNone/>
              <a:defRPr b="0" i="0" sz="1000" u="none" cap="none" strike="noStrike">
                <a:solidFill>
                  <a:schemeClr val="dk1"/>
                </a:solidFill>
                <a:latin typeface="Verdana"/>
                <a:ea typeface="Verdana"/>
                <a:cs typeface="Verdana"/>
                <a:sym typeface="Verdana"/>
              </a:defRPr>
            </a:lvl2pPr>
            <a:lvl3pPr indent="0" lvl="2" marL="0" algn="ctr">
              <a:spcBef>
                <a:spcPts val="0"/>
              </a:spcBef>
              <a:buNone/>
              <a:defRPr b="0" i="0" sz="1000" u="none" cap="none" strike="noStrike">
                <a:solidFill>
                  <a:schemeClr val="dk1"/>
                </a:solidFill>
                <a:latin typeface="Verdana"/>
                <a:ea typeface="Verdana"/>
                <a:cs typeface="Verdana"/>
                <a:sym typeface="Verdana"/>
              </a:defRPr>
            </a:lvl3pPr>
            <a:lvl4pPr indent="0" lvl="3" marL="0" algn="ctr">
              <a:spcBef>
                <a:spcPts val="0"/>
              </a:spcBef>
              <a:buNone/>
              <a:defRPr b="0" i="0" sz="1000" u="none" cap="none" strike="noStrike">
                <a:solidFill>
                  <a:schemeClr val="dk1"/>
                </a:solidFill>
                <a:latin typeface="Verdana"/>
                <a:ea typeface="Verdana"/>
                <a:cs typeface="Verdana"/>
                <a:sym typeface="Verdana"/>
              </a:defRPr>
            </a:lvl4pPr>
            <a:lvl5pPr indent="0" lvl="4" marL="0" algn="ctr">
              <a:spcBef>
                <a:spcPts val="0"/>
              </a:spcBef>
              <a:buNone/>
              <a:defRPr b="0" i="0" sz="1000" u="none" cap="none" strike="noStrike">
                <a:solidFill>
                  <a:schemeClr val="dk1"/>
                </a:solidFill>
                <a:latin typeface="Verdana"/>
                <a:ea typeface="Verdana"/>
                <a:cs typeface="Verdana"/>
                <a:sym typeface="Verdana"/>
              </a:defRPr>
            </a:lvl5pPr>
            <a:lvl6pPr indent="0" lvl="5" marL="0" algn="ctr">
              <a:spcBef>
                <a:spcPts val="0"/>
              </a:spcBef>
              <a:buNone/>
              <a:defRPr b="0" i="0" sz="1000" u="none" cap="none" strike="noStrike">
                <a:solidFill>
                  <a:schemeClr val="dk1"/>
                </a:solidFill>
                <a:latin typeface="Verdana"/>
                <a:ea typeface="Verdana"/>
                <a:cs typeface="Verdana"/>
                <a:sym typeface="Verdana"/>
              </a:defRPr>
            </a:lvl6pPr>
            <a:lvl7pPr indent="0" lvl="6" marL="0" algn="ctr">
              <a:spcBef>
                <a:spcPts val="0"/>
              </a:spcBef>
              <a:buNone/>
              <a:defRPr b="0" i="0" sz="1000" u="none" cap="none" strike="noStrike">
                <a:solidFill>
                  <a:schemeClr val="dk1"/>
                </a:solidFill>
                <a:latin typeface="Verdana"/>
                <a:ea typeface="Verdana"/>
                <a:cs typeface="Verdana"/>
                <a:sym typeface="Verdana"/>
              </a:defRPr>
            </a:lvl7pPr>
            <a:lvl8pPr indent="0" lvl="7" marL="0" algn="ctr">
              <a:spcBef>
                <a:spcPts val="0"/>
              </a:spcBef>
              <a:buNone/>
              <a:defRPr b="0" i="0" sz="1000" u="none" cap="none" strike="noStrike">
                <a:solidFill>
                  <a:schemeClr val="dk1"/>
                </a:solidFill>
                <a:latin typeface="Verdana"/>
                <a:ea typeface="Verdana"/>
                <a:cs typeface="Verdana"/>
                <a:sym typeface="Verdana"/>
              </a:defRPr>
            </a:lvl8pPr>
            <a:lvl9pPr indent="0" lvl="8" marL="0" algn="ctr">
              <a:spcBef>
                <a:spcPts val="0"/>
              </a:spcBef>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US"/>
              <a:t>‹#›</a:t>
            </a:fld>
            <a:endParaRPr/>
          </a:p>
        </p:txBody>
      </p:sp>
      <p:grpSp>
        <p:nvGrpSpPr>
          <p:cNvPr id="29" name="Google Shape;29;p2"/>
          <p:cNvGrpSpPr/>
          <p:nvPr/>
        </p:nvGrpSpPr>
        <p:grpSpPr>
          <a:xfrm>
            <a:off x="0" y="0"/>
            <a:ext cx="12192000" cy="397164"/>
            <a:chOff x="0" y="0"/>
            <a:chExt cx="12192000" cy="397164"/>
          </a:xfrm>
        </p:grpSpPr>
        <p:sp>
          <p:nvSpPr>
            <p:cNvPr id="30" name="Google Shape;30;p2"/>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31" name="Google Shape;31;p2"/>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32" name="Google Shape;32;p2"/>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33" name="Google Shape;33;p2"/>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34" name="Google Shape;34;p2"/>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showMasterSp="0">
  <p:cSld name="Title Slide with Image">
    <p:spTree>
      <p:nvGrpSpPr>
        <p:cNvPr id="35" name="Shape 35"/>
        <p:cNvGrpSpPr/>
        <p:nvPr/>
      </p:nvGrpSpPr>
      <p:grpSpPr>
        <a:xfrm>
          <a:off x="0" y="0"/>
          <a:ext cx="0" cy="0"/>
          <a:chOff x="0" y="0"/>
          <a:chExt cx="0" cy="0"/>
        </a:xfrm>
      </p:grpSpPr>
      <p:sp>
        <p:nvSpPr>
          <p:cNvPr id="36" name="Google Shape;36;p3"/>
          <p:cNvSpPr/>
          <p:nvPr>
            <p:ph idx="2" type="pic"/>
          </p:nvPr>
        </p:nvSpPr>
        <p:spPr>
          <a:xfrm>
            <a:off x="6094124" y="397164"/>
            <a:ext cx="6097876" cy="6460836"/>
          </a:xfrm>
          <a:prstGeom prst="rect">
            <a:avLst/>
          </a:prstGeom>
          <a:noFill/>
          <a:ln>
            <a:noFill/>
          </a:ln>
        </p:spPr>
      </p:sp>
      <p:sp>
        <p:nvSpPr>
          <p:cNvPr id="37" name="Google Shape;37;p3"/>
          <p:cNvSpPr txBox="1"/>
          <p:nvPr>
            <p:ph type="ctrTitle"/>
          </p:nvPr>
        </p:nvSpPr>
        <p:spPr>
          <a:xfrm>
            <a:off x="452740" y="1028940"/>
            <a:ext cx="5486243" cy="1474115"/>
          </a:xfrm>
          <a:prstGeom prst="rect">
            <a:avLst/>
          </a:prstGeom>
          <a:noFill/>
          <a:ln>
            <a:noFill/>
          </a:ln>
        </p:spPr>
        <p:txBody>
          <a:bodyPr anchorCtr="0" anchor="b" bIns="45700" lIns="0" spcFirstLastPara="1" rIns="91425" wrap="square" tIns="45700">
            <a:noAutofit/>
          </a:bodyPr>
          <a:lstStyle>
            <a:lvl1pPr lvl="0" algn="l">
              <a:lnSpc>
                <a:spcPct val="85000"/>
              </a:lnSpc>
              <a:spcBef>
                <a:spcPts val="0"/>
              </a:spcBef>
              <a:spcAft>
                <a:spcPts val="0"/>
              </a:spcAft>
              <a:buClr>
                <a:schemeClr val="dk1"/>
              </a:buClr>
              <a:buSzPts val="5400"/>
              <a:buFont typeface="Barlow Condensed"/>
              <a:buNone/>
              <a:defRPr b="1" sz="5400" cap="non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
          <p:cNvSpPr txBox="1"/>
          <p:nvPr>
            <p:ph idx="1" type="subTitle"/>
          </p:nvPr>
        </p:nvSpPr>
        <p:spPr>
          <a:xfrm>
            <a:off x="452740" y="4266821"/>
            <a:ext cx="5486243" cy="666549"/>
          </a:xfrm>
          <a:prstGeom prst="rect">
            <a:avLst/>
          </a:prstGeom>
          <a:noFill/>
          <a:ln>
            <a:noFill/>
          </a:ln>
        </p:spPr>
        <p:txBody>
          <a:bodyPr anchorCtr="0" anchor="t" bIns="45700" lIns="0" spcFirstLastPara="1" rIns="91425" wrap="square" tIns="45700">
            <a:normAutofit/>
          </a:bodyPr>
          <a:lstStyle>
            <a:lvl1pPr lvl="0" algn="l">
              <a:lnSpc>
                <a:spcPct val="100000"/>
              </a:lnSpc>
              <a:spcBef>
                <a:spcPts val="800"/>
              </a:spcBef>
              <a:spcAft>
                <a:spcPts val="0"/>
              </a:spcAft>
              <a:buSzPts val="1275"/>
              <a:buNone/>
              <a:defRPr b="0" sz="150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9" name="Google Shape;39;p3"/>
          <p:cNvSpPr txBox="1"/>
          <p:nvPr>
            <p:ph idx="10" type="dt"/>
          </p:nvPr>
        </p:nvSpPr>
        <p:spPr>
          <a:xfrm>
            <a:off x="452740" y="2642329"/>
            <a:ext cx="1182916" cy="377962"/>
          </a:xfrm>
          <a:prstGeom prst="rect">
            <a:avLst/>
          </a:prstGeom>
          <a:solidFill>
            <a:schemeClr val="accent3"/>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
          <p:cNvSpPr txBox="1"/>
          <p:nvPr>
            <p:ph idx="11" type="ftr"/>
          </p:nvPr>
        </p:nvSpPr>
        <p:spPr>
          <a:xfrm>
            <a:off x="6623674" y="6377231"/>
            <a:ext cx="4293708"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
          <p:cNvSpPr txBox="1"/>
          <p:nvPr>
            <p:ph idx="12" type="sldNum"/>
          </p:nvPr>
        </p:nvSpPr>
        <p:spPr>
          <a:xfrm>
            <a:off x="11148416" y="6377231"/>
            <a:ext cx="5539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000" u="none" cap="none" strike="noStrike">
                <a:solidFill>
                  <a:schemeClr val="dk1"/>
                </a:solidFill>
                <a:latin typeface="Verdana"/>
                <a:ea typeface="Verdana"/>
                <a:cs typeface="Verdana"/>
                <a:sym typeface="Verdana"/>
              </a:defRPr>
            </a:lvl1pPr>
            <a:lvl2pPr indent="0" lvl="1" marL="0" algn="ctr">
              <a:spcBef>
                <a:spcPts val="0"/>
              </a:spcBef>
              <a:buNone/>
              <a:defRPr b="0" i="0" sz="1000" u="none" cap="none" strike="noStrike">
                <a:solidFill>
                  <a:schemeClr val="dk1"/>
                </a:solidFill>
                <a:latin typeface="Verdana"/>
                <a:ea typeface="Verdana"/>
                <a:cs typeface="Verdana"/>
                <a:sym typeface="Verdana"/>
              </a:defRPr>
            </a:lvl2pPr>
            <a:lvl3pPr indent="0" lvl="2" marL="0" algn="ctr">
              <a:spcBef>
                <a:spcPts val="0"/>
              </a:spcBef>
              <a:buNone/>
              <a:defRPr b="0" i="0" sz="1000" u="none" cap="none" strike="noStrike">
                <a:solidFill>
                  <a:schemeClr val="dk1"/>
                </a:solidFill>
                <a:latin typeface="Verdana"/>
                <a:ea typeface="Verdana"/>
                <a:cs typeface="Verdana"/>
                <a:sym typeface="Verdana"/>
              </a:defRPr>
            </a:lvl3pPr>
            <a:lvl4pPr indent="0" lvl="3" marL="0" algn="ctr">
              <a:spcBef>
                <a:spcPts val="0"/>
              </a:spcBef>
              <a:buNone/>
              <a:defRPr b="0" i="0" sz="1000" u="none" cap="none" strike="noStrike">
                <a:solidFill>
                  <a:schemeClr val="dk1"/>
                </a:solidFill>
                <a:latin typeface="Verdana"/>
                <a:ea typeface="Verdana"/>
                <a:cs typeface="Verdana"/>
                <a:sym typeface="Verdana"/>
              </a:defRPr>
            </a:lvl4pPr>
            <a:lvl5pPr indent="0" lvl="4" marL="0" algn="ctr">
              <a:spcBef>
                <a:spcPts val="0"/>
              </a:spcBef>
              <a:buNone/>
              <a:defRPr b="0" i="0" sz="1000" u="none" cap="none" strike="noStrike">
                <a:solidFill>
                  <a:schemeClr val="dk1"/>
                </a:solidFill>
                <a:latin typeface="Verdana"/>
                <a:ea typeface="Verdana"/>
                <a:cs typeface="Verdana"/>
                <a:sym typeface="Verdana"/>
              </a:defRPr>
            </a:lvl5pPr>
            <a:lvl6pPr indent="0" lvl="5" marL="0" algn="ctr">
              <a:spcBef>
                <a:spcPts val="0"/>
              </a:spcBef>
              <a:buNone/>
              <a:defRPr b="0" i="0" sz="1000" u="none" cap="none" strike="noStrike">
                <a:solidFill>
                  <a:schemeClr val="dk1"/>
                </a:solidFill>
                <a:latin typeface="Verdana"/>
                <a:ea typeface="Verdana"/>
                <a:cs typeface="Verdana"/>
                <a:sym typeface="Verdana"/>
              </a:defRPr>
            </a:lvl6pPr>
            <a:lvl7pPr indent="0" lvl="6" marL="0" algn="ctr">
              <a:spcBef>
                <a:spcPts val="0"/>
              </a:spcBef>
              <a:buNone/>
              <a:defRPr b="0" i="0" sz="1000" u="none" cap="none" strike="noStrike">
                <a:solidFill>
                  <a:schemeClr val="dk1"/>
                </a:solidFill>
                <a:latin typeface="Verdana"/>
                <a:ea typeface="Verdana"/>
                <a:cs typeface="Verdana"/>
                <a:sym typeface="Verdana"/>
              </a:defRPr>
            </a:lvl7pPr>
            <a:lvl8pPr indent="0" lvl="7" marL="0" algn="ctr">
              <a:spcBef>
                <a:spcPts val="0"/>
              </a:spcBef>
              <a:buNone/>
              <a:defRPr b="0" i="0" sz="1000" u="none" cap="none" strike="noStrike">
                <a:solidFill>
                  <a:schemeClr val="dk1"/>
                </a:solidFill>
                <a:latin typeface="Verdana"/>
                <a:ea typeface="Verdana"/>
                <a:cs typeface="Verdana"/>
                <a:sym typeface="Verdana"/>
              </a:defRPr>
            </a:lvl8pPr>
            <a:lvl9pPr indent="0" lvl="8" marL="0" algn="ctr">
              <a:spcBef>
                <a:spcPts val="0"/>
              </a:spcBef>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US"/>
              <a:t>‹#›</a:t>
            </a:fld>
            <a:endParaRPr/>
          </a:p>
        </p:txBody>
      </p:sp>
      <p:grpSp>
        <p:nvGrpSpPr>
          <p:cNvPr id="42" name="Google Shape;42;p3"/>
          <p:cNvGrpSpPr/>
          <p:nvPr/>
        </p:nvGrpSpPr>
        <p:grpSpPr>
          <a:xfrm>
            <a:off x="0" y="0"/>
            <a:ext cx="12192000" cy="397164"/>
            <a:chOff x="0" y="0"/>
            <a:chExt cx="12192000" cy="397164"/>
          </a:xfrm>
        </p:grpSpPr>
        <p:sp>
          <p:nvSpPr>
            <p:cNvPr id="43" name="Google Shape;43;p3"/>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44" name="Google Shape;44;p3"/>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45" name="Google Shape;45;p3"/>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46" name="Google Shape;46;p3"/>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47" name="Google Shape;47;p3"/>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grpSp>
      <p:pic>
        <p:nvPicPr>
          <p:cNvPr descr="University of Waterloo Faculty of Mathematics logo" id="48" name="Google Shape;48;p3"/>
          <p:cNvPicPr preferRelativeResize="0"/>
          <p:nvPr/>
        </p:nvPicPr>
        <p:blipFill rotWithShape="1">
          <a:blip r:embed="rId2">
            <a:alphaModFix/>
          </a:blip>
          <a:srcRect b="0" l="0" r="0" t="0"/>
          <a:stretch/>
        </p:blipFill>
        <p:spPr>
          <a:xfrm>
            <a:off x="0" y="5600289"/>
            <a:ext cx="4592702" cy="12554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ack" showMasterSp="0">
  <p:cSld name="Title Slide Black">
    <p:bg>
      <p:bgPr>
        <a:solidFill>
          <a:schemeClr val="dk1"/>
        </a:solidFill>
      </p:bgPr>
    </p:bg>
    <p:spTree>
      <p:nvGrpSpPr>
        <p:cNvPr id="49" name="Shape 49"/>
        <p:cNvGrpSpPr/>
        <p:nvPr/>
      </p:nvGrpSpPr>
      <p:grpSpPr>
        <a:xfrm>
          <a:off x="0" y="0"/>
          <a:ext cx="0" cy="0"/>
          <a:chOff x="0" y="0"/>
          <a:chExt cx="0" cy="0"/>
        </a:xfrm>
      </p:grpSpPr>
      <p:sp>
        <p:nvSpPr>
          <p:cNvPr id="50" name="Google Shape;50;p4"/>
          <p:cNvSpPr txBox="1"/>
          <p:nvPr>
            <p:ph type="ctrTitle"/>
          </p:nvPr>
        </p:nvSpPr>
        <p:spPr>
          <a:xfrm>
            <a:off x="452740" y="1028940"/>
            <a:ext cx="9504060" cy="1474115"/>
          </a:xfrm>
          <a:prstGeom prst="rect">
            <a:avLst/>
          </a:prstGeom>
          <a:noFill/>
          <a:ln>
            <a:noFill/>
          </a:ln>
        </p:spPr>
        <p:txBody>
          <a:bodyPr anchorCtr="0" anchor="b" bIns="45700" lIns="0" spcFirstLastPara="1" rIns="91425" wrap="square" tIns="45700">
            <a:noAutofit/>
          </a:bodyPr>
          <a:lstStyle>
            <a:lvl1pPr lvl="0" algn="l">
              <a:lnSpc>
                <a:spcPct val="85000"/>
              </a:lnSpc>
              <a:spcBef>
                <a:spcPts val="0"/>
              </a:spcBef>
              <a:spcAft>
                <a:spcPts val="0"/>
              </a:spcAft>
              <a:buClr>
                <a:schemeClr val="lt1"/>
              </a:buClr>
              <a:buSzPts val="5400"/>
              <a:buFont typeface="Barlow Condensed"/>
              <a:buNone/>
              <a:defRPr b="1" sz="5400" cap="none">
                <a:solidFill>
                  <a:schemeClr val="lt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
          <p:cNvSpPr txBox="1"/>
          <p:nvPr>
            <p:ph idx="1" type="subTitle"/>
          </p:nvPr>
        </p:nvSpPr>
        <p:spPr>
          <a:xfrm>
            <a:off x="452740" y="4266821"/>
            <a:ext cx="5486243" cy="666549"/>
          </a:xfrm>
          <a:prstGeom prst="rect">
            <a:avLst/>
          </a:prstGeom>
          <a:noFill/>
          <a:ln>
            <a:noFill/>
          </a:ln>
        </p:spPr>
        <p:txBody>
          <a:bodyPr anchorCtr="0" anchor="t" bIns="45700" lIns="0" spcFirstLastPara="1" rIns="91425" wrap="square" tIns="45700">
            <a:normAutofit/>
          </a:bodyPr>
          <a:lstStyle>
            <a:lvl1pPr lvl="0" algn="l">
              <a:lnSpc>
                <a:spcPct val="100000"/>
              </a:lnSpc>
              <a:spcBef>
                <a:spcPts val="800"/>
              </a:spcBef>
              <a:spcAft>
                <a:spcPts val="0"/>
              </a:spcAft>
              <a:buSzPts val="1275"/>
              <a:buNone/>
              <a:defRPr b="0" sz="1500">
                <a:solidFill>
                  <a:srgbClr val="D8D8D8"/>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2" name="Google Shape;52;p4"/>
          <p:cNvSpPr txBox="1"/>
          <p:nvPr>
            <p:ph idx="10" type="dt"/>
          </p:nvPr>
        </p:nvSpPr>
        <p:spPr>
          <a:xfrm>
            <a:off x="452740" y="2642329"/>
            <a:ext cx="1182916" cy="377962"/>
          </a:xfrm>
          <a:prstGeom prst="rect">
            <a:avLst/>
          </a:prstGeom>
          <a:solidFill>
            <a:schemeClr val="accent3"/>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
          <p:cNvSpPr txBox="1"/>
          <p:nvPr>
            <p:ph idx="11" type="ftr"/>
          </p:nvPr>
        </p:nvSpPr>
        <p:spPr>
          <a:xfrm>
            <a:off x="6623674" y="6377231"/>
            <a:ext cx="4293708"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
          <p:cNvSpPr txBox="1"/>
          <p:nvPr>
            <p:ph idx="12" type="sldNum"/>
          </p:nvPr>
        </p:nvSpPr>
        <p:spPr>
          <a:xfrm>
            <a:off x="11148416" y="6377231"/>
            <a:ext cx="5539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000" u="none" cap="none" strike="noStrike">
                <a:solidFill>
                  <a:srgbClr val="D8D8D8"/>
                </a:solidFill>
                <a:latin typeface="Verdana"/>
                <a:ea typeface="Verdana"/>
                <a:cs typeface="Verdana"/>
                <a:sym typeface="Verdana"/>
              </a:defRPr>
            </a:lvl1pPr>
            <a:lvl2pPr indent="0" lvl="1" marL="0" algn="ctr">
              <a:spcBef>
                <a:spcPts val="0"/>
              </a:spcBef>
              <a:buNone/>
              <a:defRPr b="0" i="0" sz="1000" u="none" cap="none" strike="noStrike">
                <a:solidFill>
                  <a:srgbClr val="D8D8D8"/>
                </a:solidFill>
                <a:latin typeface="Verdana"/>
                <a:ea typeface="Verdana"/>
                <a:cs typeface="Verdana"/>
                <a:sym typeface="Verdana"/>
              </a:defRPr>
            </a:lvl2pPr>
            <a:lvl3pPr indent="0" lvl="2" marL="0" algn="ctr">
              <a:spcBef>
                <a:spcPts val="0"/>
              </a:spcBef>
              <a:buNone/>
              <a:defRPr b="0" i="0" sz="1000" u="none" cap="none" strike="noStrike">
                <a:solidFill>
                  <a:srgbClr val="D8D8D8"/>
                </a:solidFill>
                <a:latin typeface="Verdana"/>
                <a:ea typeface="Verdana"/>
                <a:cs typeface="Verdana"/>
                <a:sym typeface="Verdana"/>
              </a:defRPr>
            </a:lvl3pPr>
            <a:lvl4pPr indent="0" lvl="3" marL="0" algn="ctr">
              <a:spcBef>
                <a:spcPts val="0"/>
              </a:spcBef>
              <a:buNone/>
              <a:defRPr b="0" i="0" sz="1000" u="none" cap="none" strike="noStrike">
                <a:solidFill>
                  <a:srgbClr val="D8D8D8"/>
                </a:solidFill>
                <a:latin typeface="Verdana"/>
                <a:ea typeface="Verdana"/>
                <a:cs typeface="Verdana"/>
                <a:sym typeface="Verdana"/>
              </a:defRPr>
            </a:lvl4pPr>
            <a:lvl5pPr indent="0" lvl="4" marL="0" algn="ctr">
              <a:spcBef>
                <a:spcPts val="0"/>
              </a:spcBef>
              <a:buNone/>
              <a:defRPr b="0" i="0" sz="1000" u="none" cap="none" strike="noStrike">
                <a:solidFill>
                  <a:srgbClr val="D8D8D8"/>
                </a:solidFill>
                <a:latin typeface="Verdana"/>
                <a:ea typeface="Verdana"/>
                <a:cs typeface="Verdana"/>
                <a:sym typeface="Verdana"/>
              </a:defRPr>
            </a:lvl5pPr>
            <a:lvl6pPr indent="0" lvl="5" marL="0" algn="ctr">
              <a:spcBef>
                <a:spcPts val="0"/>
              </a:spcBef>
              <a:buNone/>
              <a:defRPr b="0" i="0" sz="1000" u="none" cap="none" strike="noStrike">
                <a:solidFill>
                  <a:srgbClr val="D8D8D8"/>
                </a:solidFill>
                <a:latin typeface="Verdana"/>
                <a:ea typeface="Verdana"/>
                <a:cs typeface="Verdana"/>
                <a:sym typeface="Verdana"/>
              </a:defRPr>
            </a:lvl6pPr>
            <a:lvl7pPr indent="0" lvl="6" marL="0" algn="ctr">
              <a:spcBef>
                <a:spcPts val="0"/>
              </a:spcBef>
              <a:buNone/>
              <a:defRPr b="0" i="0" sz="1000" u="none" cap="none" strike="noStrike">
                <a:solidFill>
                  <a:srgbClr val="D8D8D8"/>
                </a:solidFill>
                <a:latin typeface="Verdana"/>
                <a:ea typeface="Verdana"/>
                <a:cs typeface="Verdana"/>
                <a:sym typeface="Verdana"/>
              </a:defRPr>
            </a:lvl7pPr>
            <a:lvl8pPr indent="0" lvl="7" marL="0" algn="ctr">
              <a:spcBef>
                <a:spcPts val="0"/>
              </a:spcBef>
              <a:buNone/>
              <a:defRPr b="0" i="0" sz="1000" u="none" cap="none" strike="noStrike">
                <a:solidFill>
                  <a:srgbClr val="D8D8D8"/>
                </a:solidFill>
                <a:latin typeface="Verdana"/>
                <a:ea typeface="Verdana"/>
                <a:cs typeface="Verdana"/>
                <a:sym typeface="Verdana"/>
              </a:defRPr>
            </a:lvl8pPr>
            <a:lvl9pPr indent="0" lvl="8" marL="0" algn="ctr">
              <a:spcBef>
                <a:spcPts val="0"/>
              </a:spcBef>
              <a:buNone/>
              <a:defRPr b="0" i="0" sz="1000" u="none" cap="none" strike="noStrike">
                <a:solidFill>
                  <a:srgbClr val="D8D8D8"/>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US"/>
              <a:t>‹#›</a:t>
            </a:fld>
            <a:endParaRPr/>
          </a:p>
        </p:txBody>
      </p:sp>
      <p:grpSp>
        <p:nvGrpSpPr>
          <p:cNvPr id="55" name="Google Shape;55;p4"/>
          <p:cNvGrpSpPr/>
          <p:nvPr/>
        </p:nvGrpSpPr>
        <p:grpSpPr>
          <a:xfrm>
            <a:off x="0" y="0"/>
            <a:ext cx="12192000" cy="397164"/>
            <a:chOff x="0" y="0"/>
            <a:chExt cx="12192000" cy="397164"/>
          </a:xfrm>
        </p:grpSpPr>
        <p:sp>
          <p:nvSpPr>
            <p:cNvPr id="56" name="Google Shape;56;p4"/>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57" name="Google Shape;57;p4"/>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58" name="Google Shape;58;p4"/>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59" name="Google Shape;59;p4"/>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60" name="Google Shape;60;p4"/>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grpSp>
      <p:pic>
        <p:nvPicPr>
          <p:cNvPr descr="University of Waterloo Faculty of Mathematics logo" id="61" name="Google Shape;61;p4"/>
          <p:cNvPicPr preferRelativeResize="0"/>
          <p:nvPr/>
        </p:nvPicPr>
        <p:blipFill rotWithShape="1">
          <a:blip r:embed="rId2">
            <a:alphaModFix/>
          </a:blip>
          <a:srcRect b="0" l="0" r="0" t="0"/>
          <a:stretch/>
        </p:blipFill>
        <p:spPr>
          <a:xfrm>
            <a:off x="0" y="5600288"/>
            <a:ext cx="4592704" cy="12554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ack with Image" showMasterSp="0">
  <p:cSld name="Title Slide Black with Image">
    <p:bg>
      <p:bgPr>
        <a:solidFill>
          <a:schemeClr val="dk1"/>
        </a:solidFill>
      </p:bgPr>
    </p:bg>
    <p:spTree>
      <p:nvGrpSpPr>
        <p:cNvPr id="62" name="Shape 62"/>
        <p:cNvGrpSpPr/>
        <p:nvPr/>
      </p:nvGrpSpPr>
      <p:grpSpPr>
        <a:xfrm>
          <a:off x="0" y="0"/>
          <a:ext cx="0" cy="0"/>
          <a:chOff x="0" y="0"/>
          <a:chExt cx="0" cy="0"/>
        </a:xfrm>
      </p:grpSpPr>
      <p:sp>
        <p:nvSpPr>
          <p:cNvPr id="63" name="Google Shape;63;p5"/>
          <p:cNvSpPr/>
          <p:nvPr>
            <p:ph idx="2" type="pic"/>
          </p:nvPr>
        </p:nvSpPr>
        <p:spPr>
          <a:xfrm>
            <a:off x="6094124" y="397164"/>
            <a:ext cx="6097876" cy="6460836"/>
          </a:xfrm>
          <a:prstGeom prst="rect">
            <a:avLst/>
          </a:prstGeom>
          <a:noFill/>
          <a:ln>
            <a:noFill/>
          </a:ln>
        </p:spPr>
      </p:sp>
      <p:sp>
        <p:nvSpPr>
          <p:cNvPr id="64" name="Google Shape;64;p5"/>
          <p:cNvSpPr txBox="1"/>
          <p:nvPr>
            <p:ph type="ctrTitle"/>
          </p:nvPr>
        </p:nvSpPr>
        <p:spPr>
          <a:xfrm>
            <a:off x="452740" y="1028940"/>
            <a:ext cx="5486243" cy="1474115"/>
          </a:xfrm>
          <a:prstGeom prst="rect">
            <a:avLst/>
          </a:prstGeom>
          <a:noFill/>
          <a:ln>
            <a:noFill/>
          </a:ln>
        </p:spPr>
        <p:txBody>
          <a:bodyPr anchorCtr="0" anchor="b" bIns="45700" lIns="0" spcFirstLastPara="1" rIns="91425" wrap="square" tIns="45700">
            <a:noAutofit/>
          </a:bodyPr>
          <a:lstStyle>
            <a:lvl1pPr lvl="0" algn="l">
              <a:lnSpc>
                <a:spcPct val="85000"/>
              </a:lnSpc>
              <a:spcBef>
                <a:spcPts val="0"/>
              </a:spcBef>
              <a:spcAft>
                <a:spcPts val="0"/>
              </a:spcAft>
              <a:buClr>
                <a:schemeClr val="lt1"/>
              </a:buClr>
              <a:buSzPts val="5400"/>
              <a:buFont typeface="Barlow Condensed"/>
              <a:buNone/>
              <a:defRPr b="1" sz="5400" cap="none">
                <a:solidFill>
                  <a:schemeClr val="lt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5"/>
          <p:cNvSpPr txBox="1"/>
          <p:nvPr>
            <p:ph idx="1" type="subTitle"/>
          </p:nvPr>
        </p:nvSpPr>
        <p:spPr>
          <a:xfrm>
            <a:off x="452740" y="4266821"/>
            <a:ext cx="5486243" cy="666549"/>
          </a:xfrm>
          <a:prstGeom prst="rect">
            <a:avLst/>
          </a:prstGeom>
          <a:noFill/>
          <a:ln>
            <a:noFill/>
          </a:ln>
        </p:spPr>
        <p:txBody>
          <a:bodyPr anchorCtr="0" anchor="t" bIns="45700" lIns="0" spcFirstLastPara="1" rIns="91425" wrap="square" tIns="45700">
            <a:normAutofit/>
          </a:bodyPr>
          <a:lstStyle>
            <a:lvl1pPr lvl="0" algn="l">
              <a:lnSpc>
                <a:spcPct val="100000"/>
              </a:lnSpc>
              <a:spcBef>
                <a:spcPts val="800"/>
              </a:spcBef>
              <a:spcAft>
                <a:spcPts val="0"/>
              </a:spcAft>
              <a:buSzPts val="1275"/>
              <a:buNone/>
              <a:defRPr b="0" sz="1500">
                <a:solidFill>
                  <a:srgbClr val="D8D8D8"/>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6" name="Google Shape;66;p5"/>
          <p:cNvSpPr txBox="1"/>
          <p:nvPr>
            <p:ph idx="10" type="dt"/>
          </p:nvPr>
        </p:nvSpPr>
        <p:spPr>
          <a:xfrm>
            <a:off x="452740" y="2642329"/>
            <a:ext cx="1182916" cy="377962"/>
          </a:xfrm>
          <a:prstGeom prst="rect">
            <a:avLst/>
          </a:prstGeom>
          <a:solidFill>
            <a:schemeClr val="accent3"/>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
          <p:cNvSpPr txBox="1"/>
          <p:nvPr>
            <p:ph idx="11" type="ftr"/>
          </p:nvPr>
        </p:nvSpPr>
        <p:spPr>
          <a:xfrm>
            <a:off x="6623674" y="6377231"/>
            <a:ext cx="4293708"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
          <p:cNvSpPr txBox="1"/>
          <p:nvPr>
            <p:ph idx="12" type="sldNum"/>
          </p:nvPr>
        </p:nvSpPr>
        <p:spPr>
          <a:xfrm>
            <a:off x="11148416" y="6377231"/>
            <a:ext cx="5539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000" u="none" cap="none" strike="noStrike">
                <a:solidFill>
                  <a:srgbClr val="D8D8D8"/>
                </a:solidFill>
                <a:latin typeface="Verdana"/>
                <a:ea typeface="Verdana"/>
                <a:cs typeface="Verdana"/>
                <a:sym typeface="Verdana"/>
              </a:defRPr>
            </a:lvl1pPr>
            <a:lvl2pPr indent="0" lvl="1" marL="0" algn="ctr">
              <a:spcBef>
                <a:spcPts val="0"/>
              </a:spcBef>
              <a:buNone/>
              <a:defRPr b="0" i="0" sz="1000" u="none" cap="none" strike="noStrike">
                <a:solidFill>
                  <a:srgbClr val="D8D8D8"/>
                </a:solidFill>
                <a:latin typeface="Verdana"/>
                <a:ea typeface="Verdana"/>
                <a:cs typeface="Verdana"/>
                <a:sym typeface="Verdana"/>
              </a:defRPr>
            </a:lvl2pPr>
            <a:lvl3pPr indent="0" lvl="2" marL="0" algn="ctr">
              <a:spcBef>
                <a:spcPts val="0"/>
              </a:spcBef>
              <a:buNone/>
              <a:defRPr b="0" i="0" sz="1000" u="none" cap="none" strike="noStrike">
                <a:solidFill>
                  <a:srgbClr val="D8D8D8"/>
                </a:solidFill>
                <a:latin typeface="Verdana"/>
                <a:ea typeface="Verdana"/>
                <a:cs typeface="Verdana"/>
                <a:sym typeface="Verdana"/>
              </a:defRPr>
            </a:lvl3pPr>
            <a:lvl4pPr indent="0" lvl="3" marL="0" algn="ctr">
              <a:spcBef>
                <a:spcPts val="0"/>
              </a:spcBef>
              <a:buNone/>
              <a:defRPr b="0" i="0" sz="1000" u="none" cap="none" strike="noStrike">
                <a:solidFill>
                  <a:srgbClr val="D8D8D8"/>
                </a:solidFill>
                <a:latin typeface="Verdana"/>
                <a:ea typeface="Verdana"/>
                <a:cs typeface="Verdana"/>
                <a:sym typeface="Verdana"/>
              </a:defRPr>
            </a:lvl4pPr>
            <a:lvl5pPr indent="0" lvl="4" marL="0" algn="ctr">
              <a:spcBef>
                <a:spcPts val="0"/>
              </a:spcBef>
              <a:buNone/>
              <a:defRPr b="0" i="0" sz="1000" u="none" cap="none" strike="noStrike">
                <a:solidFill>
                  <a:srgbClr val="D8D8D8"/>
                </a:solidFill>
                <a:latin typeface="Verdana"/>
                <a:ea typeface="Verdana"/>
                <a:cs typeface="Verdana"/>
                <a:sym typeface="Verdana"/>
              </a:defRPr>
            </a:lvl5pPr>
            <a:lvl6pPr indent="0" lvl="5" marL="0" algn="ctr">
              <a:spcBef>
                <a:spcPts val="0"/>
              </a:spcBef>
              <a:buNone/>
              <a:defRPr b="0" i="0" sz="1000" u="none" cap="none" strike="noStrike">
                <a:solidFill>
                  <a:srgbClr val="D8D8D8"/>
                </a:solidFill>
                <a:latin typeface="Verdana"/>
                <a:ea typeface="Verdana"/>
                <a:cs typeface="Verdana"/>
                <a:sym typeface="Verdana"/>
              </a:defRPr>
            </a:lvl6pPr>
            <a:lvl7pPr indent="0" lvl="6" marL="0" algn="ctr">
              <a:spcBef>
                <a:spcPts val="0"/>
              </a:spcBef>
              <a:buNone/>
              <a:defRPr b="0" i="0" sz="1000" u="none" cap="none" strike="noStrike">
                <a:solidFill>
                  <a:srgbClr val="D8D8D8"/>
                </a:solidFill>
                <a:latin typeface="Verdana"/>
                <a:ea typeface="Verdana"/>
                <a:cs typeface="Verdana"/>
                <a:sym typeface="Verdana"/>
              </a:defRPr>
            </a:lvl7pPr>
            <a:lvl8pPr indent="0" lvl="7" marL="0" algn="ctr">
              <a:spcBef>
                <a:spcPts val="0"/>
              </a:spcBef>
              <a:buNone/>
              <a:defRPr b="0" i="0" sz="1000" u="none" cap="none" strike="noStrike">
                <a:solidFill>
                  <a:srgbClr val="D8D8D8"/>
                </a:solidFill>
                <a:latin typeface="Verdana"/>
                <a:ea typeface="Verdana"/>
                <a:cs typeface="Verdana"/>
                <a:sym typeface="Verdana"/>
              </a:defRPr>
            </a:lvl8pPr>
            <a:lvl9pPr indent="0" lvl="8" marL="0" algn="ctr">
              <a:spcBef>
                <a:spcPts val="0"/>
              </a:spcBef>
              <a:buNone/>
              <a:defRPr b="0" i="0" sz="1000" u="none" cap="none" strike="noStrike">
                <a:solidFill>
                  <a:srgbClr val="D8D8D8"/>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US"/>
              <a:t>‹#›</a:t>
            </a:fld>
            <a:endParaRPr/>
          </a:p>
        </p:txBody>
      </p:sp>
      <p:grpSp>
        <p:nvGrpSpPr>
          <p:cNvPr id="69" name="Google Shape;69;p5"/>
          <p:cNvGrpSpPr/>
          <p:nvPr/>
        </p:nvGrpSpPr>
        <p:grpSpPr>
          <a:xfrm>
            <a:off x="0" y="0"/>
            <a:ext cx="12192000" cy="397164"/>
            <a:chOff x="0" y="0"/>
            <a:chExt cx="12192000" cy="397164"/>
          </a:xfrm>
        </p:grpSpPr>
        <p:sp>
          <p:nvSpPr>
            <p:cNvPr id="70" name="Google Shape;70;p5"/>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71" name="Google Shape;71;p5"/>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72" name="Google Shape;72;p5"/>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73" name="Google Shape;73;p5"/>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74" name="Google Shape;74;p5"/>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grpSp>
      <p:pic>
        <p:nvPicPr>
          <p:cNvPr descr="University of Waterloo Faculty of Mathematics logo" id="75" name="Google Shape;75;p5"/>
          <p:cNvPicPr preferRelativeResize="0"/>
          <p:nvPr/>
        </p:nvPicPr>
        <p:blipFill rotWithShape="1">
          <a:blip r:embed="rId2">
            <a:alphaModFix/>
          </a:blip>
          <a:srcRect b="0" l="0" r="0" t="0"/>
          <a:stretch/>
        </p:blipFill>
        <p:spPr>
          <a:xfrm>
            <a:off x="0" y="5600288"/>
            <a:ext cx="4592704" cy="12554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6" name="Shape 76"/>
        <p:cNvGrpSpPr/>
        <p:nvPr/>
      </p:nvGrpSpPr>
      <p:grpSpPr>
        <a:xfrm>
          <a:off x="0" y="0"/>
          <a:ext cx="0" cy="0"/>
          <a:chOff x="0" y="0"/>
          <a:chExt cx="0" cy="0"/>
        </a:xfrm>
      </p:grpSpPr>
      <p:sp>
        <p:nvSpPr>
          <p:cNvPr id="77" name="Google Shape;77;p6"/>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1"/>
              </a:buClr>
              <a:buSzPts val="3600"/>
              <a:buFont typeface="Barlow Condensed"/>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
          <p:cNvSpPr txBox="1"/>
          <p:nvPr>
            <p:ph idx="1" type="body"/>
          </p:nvPr>
        </p:nvSpPr>
        <p:spPr>
          <a:xfrm>
            <a:off x="259882" y="1413163"/>
            <a:ext cx="11569729" cy="4595117"/>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800"/>
              </a:spcBef>
              <a:spcAft>
                <a:spcPts val="0"/>
              </a:spcAft>
              <a:buSzPts val="1530"/>
              <a:buChar char="▪"/>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6"/>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2" name="Shape 82"/>
        <p:cNvGrpSpPr/>
        <p:nvPr/>
      </p:nvGrpSpPr>
      <p:grpSpPr>
        <a:xfrm>
          <a:off x="0" y="0"/>
          <a:ext cx="0" cy="0"/>
          <a:chOff x="0" y="0"/>
          <a:chExt cx="0" cy="0"/>
        </a:xfrm>
      </p:grpSpPr>
      <p:sp>
        <p:nvSpPr>
          <p:cNvPr id="83" name="Google Shape;83;p7"/>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1"/>
              </a:buClr>
              <a:buSzPts val="3600"/>
              <a:buFont typeface="Barlow Condensed"/>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7"/>
          <p:cNvSpPr txBox="1"/>
          <p:nvPr>
            <p:ph idx="1" type="body"/>
          </p:nvPr>
        </p:nvSpPr>
        <p:spPr>
          <a:xfrm>
            <a:off x="259882" y="1413164"/>
            <a:ext cx="5586855" cy="4590472"/>
          </a:xfrm>
          <a:prstGeom prst="rect">
            <a:avLst/>
          </a:prstGeom>
          <a:noFill/>
          <a:ln>
            <a:noFill/>
          </a:ln>
        </p:spPr>
        <p:txBody>
          <a:bodyPr anchorCtr="0" anchor="t" bIns="45700" lIns="91425" spcFirstLastPara="1" rIns="91425" wrap="square" tIns="45700">
            <a:normAutofit/>
          </a:bodyPr>
          <a:lstStyle>
            <a:lvl1pPr indent="-358140" lvl="0" marL="457200" algn="l">
              <a:lnSpc>
                <a:spcPct val="100000"/>
              </a:lnSpc>
              <a:spcBef>
                <a:spcPts val="800"/>
              </a:spcBef>
              <a:spcAft>
                <a:spcPts val="0"/>
              </a:spcAft>
              <a:buSzPts val="2040"/>
              <a:buFont typeface="Noto Sans Symbols"/>
              <a:buChar char="▪"/>
              <a:defRPr/>
            </a:lvl1pPr>
            <a:lvl2pPr indent="-336550" lvl="1" marL="914400" algn="l">
              <a:lnSpc>
                <a:spcPct val="100000"/>
              </a:lnSpc>
              <a:spcBef>
                <a:spcPts val="800"/>
              </a:spcBef>
              <a:spcAft>
                <a:spcPts val="0"/>
              </a:spcAft>
              <a:buSzPts val="1700"/>
              <a:buFont typeface="Noto Sans Symbols"/>
              <a:buChar char="▪"/>
              <a:defRPr/>
            </a:lvl2pPr>
            <a:lvl3pPr indent="-325755" lvl="2" marL="1371600" algn="l">
              <a:lnSpc>
                <a:spcPct val="100000"/>
              </a:lnSpc>
              <a:spcBef>
                <a:spcPts val="800"/>
              </a:spcBef>
              <a:spcAft>
                <a:spcPts val="0"/>
              </a:spcAft>
              <a:buSzPts val="1530"/>
              <a:buFont typeface="Noto Sans Symbols"/>
              <a:buChar char="▪"/>
              <a:defRPr/>
            </a:lvl3pPr>
            <a:lvl4pPr indent="-314960" lvl="3" marL="1828800" algn="l">
              <a:lnSpc>
                <a:spcPct val="100000"/>
              </a:lnSpc>
              <a:spcBef>
                <a:spcPts val="800"/>
              </a:spcBef>
              <a:spcAft>
                <a:spcPts val="0"/>
              </a:spcAft>
              <a:buSzPts val="1360"/>
              <a:buFont typeface="Noto Sans Symbols"/>
              <a:buChar char="▪"/>
              <a:defRPr/>
            </a:lvl4pPr>
            <a:lvl5pPr indent="-314960" lvl="4" marL="2286000" algn="l">
              <a:lnSpc>
                <a:spcPct val="100000"/>
              </a:lnSpc>
              <a:spcBef>
                <a:spcPts val="800"/>
              </a:spcBef>
              <a:spcAft>
                <a:spcPts val="0"/>
              </a:spcAft>
              <a:buSzPts val="1360"/>
              <a:buFont typeface="Noto Sans Symbols"/>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7"/>
          <p:cNvSpPr txBox="1"/>
          <p:nvPr>
            <p:ph idx="2" type="body"/>
          </p:nvPr>
        </p:nvSpPr>
        <p:spPr>
          <a:xfrm>
            <a:off x="6170992" y="1413164"/>
            <a:ext cx="5658620" cy="4590472"/>
          </a:xfrm>
          <a:prstGeom prst="rect">
            <a:avLst/>
          </a:prstGeom>
          <a:noFill/>
          <a:ln>
            <a:noFill/>
          </a:ln>
        </p:spPr>
        <p:txBody>
          <a:bodyPr anchorCtr="0" anchor="t" bIns="45700" lIns="91425" spcFirstLastPara="1" rIns="91425" wrap="square" tIns="45700">
            <a:normAutofit/>
          </a:bodyPr>
          <a:lstStyle>
            <a:lvl1pPr indent="-358140" lvl="0" marL="457200" algn="l">
              <a:lnSpc>
                <a:spcPct val="100000"/>
              </a:lnSpc>
              <a:spcBef>
                <a:spcPts val="800"/>
              </a:spcBef>
              <a:spcAft>
                <a:spcPts val="0"/>
              </a:spcAft>
              <a:buSzPts val="2040"/>
              <a:buFont typeface="Noto Sans Symbols"/>
              <a:buChar char="▪"/>
              <a:defRPr/>
            </a:lvl1pPr>
            <a:lvl2pPr indent="-336550" lvl="1" marL="914400" algn="l">
              <a:lnSpc>
                <a:spcPct val="100000"/>
              </a:lnSpc>
              <a:spcBef>
                <a:spcPts val="800"/>
              </a:spcBef>
              <a:spcAft>
                <a:spcPts val="0"/>
              </a:spcAft>
              <a:buSzPts val="1700"/>
              <a:buFont typeface="Noto Sans Symbols"/>
              <a:buChar char="▪"/>
              <a:defRPr/>
            </a:lvl2pPr>
            <a:lvl3pPr indent="-325755" lvl="2" marL="1371600" algn="l">
              <a:lnSpc>
                <a:spcPct val="100000"/>
              </a:lnSpc>
              <a:spcBef>
                <a:spcPts val="800"/>
              </a:spcBef>
              <a:spcAft>
                <a:spcPts val="0"/>
              </a:spcAft>
              <a:buSzPts val="1530"/>
              <a:buFont typeface="Noto Sans Symbols"/>
              <a:buChar char="▪"/>
              <a:defRPr/>
            </a:lvl3pPr>
            <a:lvl4pPr indent="-314960" lvl="3" marL="1828800" algn="l">
              <a:lnSpc>
                <a:spcPct val="100000"/>
              </a:lnSpc>
              <a:spcBef>
                <a:spcPts val="800"/>
              </a:spcBef>
              <a:spcAft>
                <a:spcPts val="0"/>
              </a:spcAft>
              <a:buSzPts val="1360"/>
              <a:buFont typeface="Noto Sans Symbols"/>
              <a:buChar char="▪"/>
              <a:defRPr/>
            </a:lvl4pPr>
            <a:lvl5pPr indent="-314960" lvl="4" marL="2286000" algn="l">
              <a:lnSpc>
                <a:spcPct val="100000"/>
              </a:lnSpc>
              <a:spcBef>
                <a:spcPts val="800"/>
              </a:spcBef>
              <a:spcAft>
                <a:spcPts val="0"/>
              </a:spcAft>
              <a:buSzPts val="1360"/>
              <a:buFont typeface="Noto Sans Symbols"/>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7"/>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7"/>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9" name="Shape 89"/>
        <p:cNvGrpSpPr/>
        <p:nvPr/>
      </p:nvGrpSpPr>
      <p:grpSpPr>
        <a:xfrm>
          <a:off x="0" y="0"/>
          <a:ext cx="0" cy="0"/>
          <a:chOff x="0" y="0"/>
          <a:chExt cx="0" cy="0"/>
        </a:xfrm>
      </p:grpSpPr>
      <p:sp>
        <p:nvSpPr>
          <p:cNvPr id="90" name="Google Shape;90;p8"/>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1"/>
              </a:buClr>
              <a:buSzPts val="3600"/>
              <a:buFont typeface="Barlow Condensed"/>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8"/>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8"/>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8"/>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xt or Quote" showMasterSp="0">
  <p:cSld name="Context or Quote">
    <p:bg>
      <p:bgPr>
        <a:solidFill>
          <a:schemeClr val="lt2"/>
        </a:solidFill>
      </p:bgPr>
    </p:bg>
    <p:spTree>
      <p:nvGrpSpPr>
        <p:cNvPr id="94" name="Shape 94"/>
        <p:cNvGrpSpPr/>
        <p:nvPr/>
      </p:nvGrpSpPr>
      <p:grpSpPr>
        <a:xfrm>
          <a:off x="0" y="0"/>
          <a:ext cx="0" cy="0"/>
          <a:chOff x="0" y="0"/>
          <a:chExt cx="0" cy="0"/>
        </a:xfrm>
      </p:grpSpPr>
      <p:sp>
        <p:nvSpPr>
          <p:cNvPr id="95" name="Google Shape;95;p9"/>
          <p:cNvSpPr txBox="1"/>
          <p:nvPr>
            <p:ph type="title"/>
          </p:nvPr>
        </p:nvSpPr>
        <p:spPr>
          <a:xfrm>
            <a:off x="3930071" y="1237675"/>
            <a:ext cx="4331855" cy="910202"/>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dk1"/>
              </a:buClr>
              <a:buSzPts val="2800"/>
              <a:buFont typeface="Barlow Condensed"/>
              <a:buNone/>
              <a:defRPr b="1" sz="2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9"/>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9"/>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9"/>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cxnSp>
        <p:nvCxnSpPr>
          <p:cNvPr id="99" name="Google Shape;99;p9"/>
          <p:cNvCxnSpPr/>
          <p:nvPr/>
        </p:nvCxnSpPr>
        <p:spPr>
          <a:xfrm>
            <a:off x="3930073" y="2244437"/>
            <a:ext cx="4331855" cy="0"/>
          </a:xfrm>
          <a:prstGeom prst="straightConnector1">
            <a:avLst/>
          </a:prstGeom>
          <a:noFill/>
          <a:ln cap="rnd" cmpd="sng" w="15875">
            <a:solidFill>
              <a:schemeClr val="dk1"/>
            </a:solidFill>
            <a:prstDash val="solid"/>
            <a:miter lim="800000"/>
            <a:headEnd len="sm" w="sm" type="none"/>
            <a:tailEnd len="sm" w="sm" type="none"/>
          </a:ln>
        </p:spPr>
      </p:cxnSp>
      <p:cxnSp>
        <p:nvCxnSpPr>
          <p:cNvPr id="100" name="Google Shape;100;p9"/>
          <p:cNvCxnSpPr/>
          <p:nvPr/>
        </p:nvCxnSpPr>
        <p:spPr>
          <a:xfrm>
            <a:off x="3930073" y="4668983"/>
            <a:ext cx="4331855" cy="0"/>
          </a:xfrm>
          <a:prstGeom prst="straightConnector1">
            <a:avLst/>
          </a:prstGeom>
          <a:noFill/>
          <a:ln cap="rnd" cmpd="sng" w="15875">
            <a:solidFill>
              <a:schemeClr val="dk1"/>
            </a:solidFill>
            <a:prstDash val="solid"/>
            <a:miter lim="800000"/>
            <a:headEnd len="sm" w="sm" type="none"/>
            <a:tailEnd len="sm" w="sm" type="none"/>
          </a:ln>
        </p:spPr>
      </p:cxnSp>
      <p:sp>
        <p:nvSpPr>
          <p:cNvPr id="101" name="Google Shape;101;p9"/>
          <p:cNvSpPr txBox="1"/>
          <p:nvPr>
            <p:ph idx="1" type="body"/>
          </p:nvPr>
        </p:nvSpPr>
        <p:spPr>
          <a:xfrm>
            <a:off x="660400" y="2420360"/>
            <a:ext cx="10871200" cy="211455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800"/>
              </a:spcBef>
              <a:spcAft>
                <a:spcPts val="0"/>
              </a:spcAft>
              <a:buSzPts val="2380"/>
              <a:buNone/>
              <a:defRPr sz="2800"/>
            </a:lvl1pPr>
            <a:lvl2pPr indent="-336550" lvl="1" marL="914400" algn="ctr">
              <a:lnSpc>
                <a:spcPct val="100000"/>
              </a:lnSpc>
              <a:spcBef>
                <a:spcPts val="800"/>
              </a:spcBef>
              <a:spcAft>
                <a:spcPts val="0"/>
              </a:spcAft>
              <a:buSzPts val="1700"/>
              <a:buChar char="▪"/>
              <a:defRPr/>
            </a:lvl2pPr>
            <a:lvl3pPr indent="-325755" lvl="2" marL="1371600" algn="ctr">
              <a:lnSpc>
                <a:spcPct val="100000"/>
              </a:lnSpc>
              <a:spcBef>
                <a:spcPts val="800"/>
              </a:spcBef>
              <a:spcAft>
                <a:spcPts val="0"/>
              </a:spcAft>
              <a:buSzPts val="1530"/>
              <a:buChar char="▪"/>
              <a:defRPr/>
            </a:lvl3pPr>
            <a:lvl4pPr indent="-314960" lvl="3" marL="1828800" algn="ctr">
              <a:lnSpc>
                <a:spcPct val="100000"/>
              </a:lnSpc>
              <a:spcBef>
                <a:spcPts val="800"/>
              </a:spcBef>
              <a:spcAft>
                <a:spcPts val="0"/>
              </a:spcAft>
              <a:buSzPts val="1360"/>
              <a:buChar char="▪"/>
              <a:defRPr/>
            </a:lvl4pPr>
            <a:lvl5pPr indent="-314960" lvl="4" marL="2286000" algn="ctr">
              <a:lnSpc>
                <a:spcPct val="100000"/>
              </a:lnSpc>
              <a:spcBef>
                <a:spcPts val="800"/>
              </a:spcBef>
              <a:spcAft>
                <a:spcPts val="0"/>
              </a:spcAft>
              <a:buSzPts val="136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9"/>
          <p:cNvSpPr txBox="1"/>
          <p:nvPr>
            <p:ph idx="2" type="body"/>
          </p:nvPr>
        </p:nvSpPr>
        <p:spPr>
          <a:xfrm>
            <a:off x="3930072" y="4784725"/>
            <a:ext cx="4331855" cy="2762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800"/>
              </a:spcBef>
              <a:spcAft>
                <a:spcPts val="0"/>
              </a:spcAft>
              <a:buSzPts val="1020"/>
              <a:buNone/>
              <a:defRPr b="1" sz="1200" cap="none">
                <a:solidFill>
                  <a:srgbClr val="595959"/>
                </a:solidFill>
                <a:latin typeface="Verdana"/>
                <a:ea typeface="Verdana"/>
                <a:cs typeface="Verdana"/>
                <a:sym typeface="Verdana"/>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3" name="Google Shape;103;p9"/>
          <p:cNvGrpSpPr/>
          <p:nvPr/>
        </p:nvGrpSpPr>
        <p:grpSpPr>
          <a:xfrm>
            <a:off x="0" y="0"/>
            <a:ext cx="12192000" cy="397164"/>
            <a:chOff x="0" y="0"/>
            <a:chExt cx="12192000" cy="397164"/>
          </a:xfrm>
        </p:grpSpPr>
        <p:sp>
          <p:nvSpPr>
            <p:cNvPr id="104" name="Google Shape;104;p9"/>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05" name="Google Shape;105;p9"/>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06" name="Google Shape;106;p9"/>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07" name="Google Shape;107;p9"/>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08" name="Google Shape;108;p9"/>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xt or Quote with Photo" showMasterSp="0">
  <p:cSld name="Context or Quote with Photo">
    <p:bg>
      <p:bgPr>
        <a:solidFill>
          <a:schemeClr val="lt2"/>
        </a:solidFill>
      </p:bgPr>
    </p:bg>
    <p:spTree>
      <p:nvGrpSpPr>
        <p:cNvPr id="109" name="Shape 109"/>
        <p:cNvGrpSpPr/>
        <p:nvPr/>
      </p:nvGrpSpPr>
      <p:grpSpPr>
        <a:xfrm>
          <a:off x="0" y="0"/>
          <a:ext cx="0" cy="0"/>
          <a:chOff x="0" y="0"/>
          <a:chExt cx="0" cy="0"/>
        </a:xfrm>
      </p:grpSpPr>
      <p:sp>
        <p:nvSpPr>
          <p:cNvPr id="110" name="Google Shape;110;p10"/>
          <p:cNvSpPr/>
          <p:nvPr>
            <p:ph idx="2" type="pic"/>
          </p:nvPr>
        </p:nvSpPr>
        <p:spPr>
          <a:xfrm>
            <a:off x="6350285" y="807867"/>
            <a:ext cx="5440648" cy="5445153"/>
          </a:xfrm>
          <a:prstGeom prst="rect">
            <a:avLst/>
          </a:prstGeom>
          <a:noFill/>
          <a:ln>
            <a:noFill/>
          </a:ln>
        </p:spPr>
      </p:sp>
      <p:sp>
        <p:nvSpPr>
          <p:cNvPr id="111" name="Google Shape;111;p10"/>
          <p:cNvSpPr txBox="1"/>
          <p:nvPr>
            <p:ph type="title"/>
          </p:nvPr>
        </p:nvSpPr>
        <p:spPr>
          <a:xfrm>
            <a:off x="854362" y="1237675"/>
            <a:ext cx="4331855" cy="910202"/>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dk1"/>
              </a:buClr>
              <a:buSzPts val="2800"/>
              <a:buFont typeface="Barlow Condensed"/>
              <a:buNone/>
              <a:defRPr b="1" sz="2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0"/>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0"/>
          <p:cNvSpPr txBox="1"/>
          <p:nvPr>
            <p:ph idx="11" type="ftr"/>
          </p:nvPr>
        </p:nvSpPr>
        <p:spPr>
          <a:xfrm>
            <a:off x="259882" y="6335309"/>
            <a:ext cx="3887245"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2" type="sldNum"/>
          </p:nvPr>
        </p:nvSpPr>
        <p:spPr>
          <a:xfrm>
            <a:off x="5587999"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
        <p:nvSpPr>
          <p:cNvPr id="115" name="Google Shape;115;p10"/>
          <p:cNvSpPr txBox="1"/>
          <p:nvPr>
            <p:ph idx="1" type="body"/>
          </p:nvPr>
        </p:nvSpPr>
        <p:spPr>
          <a:xfrm>
            <a:off x="544943" y="2409026"/>
            <a:ext cx="4950694" cy="211455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800"/>
              </a:spcBef>
              <a:spcAft>
                <a:spcPts val="0"/>
              </a:spcAft>
              <a:buSzPts val="1870"/>
              <a:buNone/>
              <a:defRPr sz="2200"/>
            </a:lvl1pPr>
            <a:lvl2pPr indent="-336550" lvl="1" marL="914400" algn="ctr">
              <a:lnSpc>
                <a:spcPct val="100000"/>
              </a:lnSpc>
              <a:spcBef>
                <a:spcPts val="800"/>
              </a:spcBef>
              <a:spcAft>
                <a:spcPts val="0"/>
              </a:spcAft>
              <a:buSzPts val="1700"/>
              <a:buChar char="▪"/>
              <a:defRPr/>
            </a:lvl2pPr>
            <a:lvl3pPr indent="-325755" lvl="2" marL="1371600" algn="ctr">
              <a:lnSpc>
                <a:spcPct val="100000"/>
              </a:lnSpc>
              <a:spcBef>
                <a:spcPts val="800"/>
              </a:spcBef>
              <a:spcAft>
                <a:spcPts val="0"/>
              </a:spcAft>
              <a:buSzPts val="1530"/>
              <a:buChar char="▪"/>
              <a:defRPr/>
            </a:lvl3pPr>
            <a:lvl4pPr indent="-314960" lvl="3" marL="1828800" algn="ctr">
              <a:lnSpc>
                <a:spcPct val="100000"/>
              </a:lnSpc>
              <a:spcBef>
                <a:spcPts val="800"/>
              </a:spcBef>
              <a:spcAft>
                <a:spcPts val="0"/>
              </a:spcAft>
              <a:buSzPts val="1360"/>
              <a:buChar char="▪"/>
              <a:defRPr/>
            </a:lvl4pPr>
            <a:lvl5pPr indent="-314960" lvl="4" marL="2286000" algn="ctr">
              <a:lnSpc>
                <a:spcPct val="100000"/>
              </a:lnSpc>
              <a:spcBef>
                <a:spcPts val="800"/>
              </a:spcBef>
              <a:spcAft>
                <a:spcPts val="0"/>
              </a:spcAft>
              <a:buSzPts val="136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0"/>
          <p:cNvSpPr txBox="1"/>
          <p:nvPr>
            <p:ph idx="3" type="body"/>
          </p:nvPr>
        </p:nvSpPr>
        <p:spPr>
          <a:xfrm>
            <a:off x="854362" y="4784725"/>
            <a:ext cx="4331855" cy="2762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800"/>
              </a:spcBef>
              <a:spcAft>
                <a:spcPts val="0"/>
              </a:spcAft>
              <a:buSzPts val="1020"/>
              <a:buNone/>
              <a:defRPr b="1" sz="1200" cap="none">
                <a:solidFill>
                  <a:srgbClr val="595959"/>
                </a:solidFill>
                <a:latin typeface="Verdana"/>
                <a:ea typeface="Verdana"/>
                <a:cs typeface="Verdana"/>
                <a:sym typeface="Verdana"/>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17" name="Google Shape;117;p10"/>
          <p:cNvCxnSpPr/>
          <p:nvPr/>
        </p:nvCxnSpPr>
        <p:spPr>
          <a:xfrm>
            <a:off x="854363" y="2244437"/>
            <a:ext cx="4331855" cy="0"/>
          </a:xfrm>
          <a:prstGeom prst="straightConnector1">
            <a:avLst/>
          </a:prstGeom>
          <a:noFill/>
          <a:ln cap="rnd" cmpd="sng" w="15875">
            <a:solidFill>
              <a:schemeClr val="dk1"/>
            </a:solidFill>
            <a:prstDash val="solid"/>
            <a:miter lim="800000"/>
            <a:headEnd len="sm" w="sm" type="none"/>
            <a:tailEnd len="sm" w="sm" type="none"/>
          </a:ln>
        </p:spPr>
      </p:cxnSp>
      <p:cxnSp>
        <p:nvCxnSpPr>
          <p:cNvPr id="118" name="Google Shape;118;p10"/>
          <p:cNvCxnSpPr/>
          <p:nvPr/>
        </p:nvCxnSpPr>
        <p:spPr>
          <a:xfrm>
            <a:off x="854363" y="4668983"/>
            <a:ext cx="4331855" cy="0"/>
          </a:xfrm>
          <a:prstGeom prst="straightConnector1">
            <a:avLst/>
          </a:prstGeom>
          <a:noFill/>
          <a:ln cap="rnd" cmpd="sng" w="15875">
            <a:solidFill>
              <a:schemeClr val="dk1"/>
            </a:solidFill>
            <a:prstDash val="solid"/>
            <a:miter lim="800000"/>
            <a:headEnd len="sm" w="sm" type="none"/>
            <a:tailEnd len="sm" w="sm" type="none"/>
          </a:ln>
        </p:spPr>
      </p:cxnSp>
      <p:grpSp>
        <p:nvGrpSpPr>
          <p:cNvPr id="119" name="Google Shape;119;p10"/>
          <p:cNvGrpSpPr/>
          <p:nvPr/>
        </p:nvGrpSpPr>
        <p:grpSpPr>
          <a:xfrm>
            <a:off x="0" y="0"/>
            <a:ext cx="12192000" cy="397164"/>
            <a:chOff x="0" y="0"/>
            <a:chExt cx="12192000" cy="397164"/>
          </a:xfrm>
        </p:grpSpPr>
        <p:sp>
          <p:nvSpPr>
            <p:cNvPr id="120" name="Google Shape;120;p10"/>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21" name="Google Shape;121;p10"/>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22" name="Google Shape;122;p10"/>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23" name="Google Shape;123;p10"/>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24" name="Google Shape;124;p10"/>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1" showMasterSp="0">
  <p:cSld name="Section Divider 1">
    <p:spTree>
      <p:nvGrpSpPr>
        <p:cNvPr id="125" name="Shape 125"/>
        <p:cNvGrpSpPr/>
        <p:nvPr/>
      </p:nvGrpSpPr>
      <p:grpSpPr>
        <a:xfrm>
          <a:off x="0" y="0"/>
          <a:ext cx="0" cy="0"/>
          <a:chOff x="0" y="0"/>
          <a:chExt cx="0" cy="0"/>
        </a:xfrm>
      </p:grpSpPr>
      <p:sp>
        <p:nvSpPr>
          <p:cNvPr id="126" name="Google Shape;126;p11"/>
          <p:cNvSpPr txBox="1"/>
          <p:nvPr>
            <p:ph idx="1" type="body"/>
          </p:nvPr>
        </p:nvSpPr>
        <p:spPr>
          <a:xfrm>
            <a:off x="1550988" y="3461559"/>
            <a:ext cx="9070975" cy="59848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800"/>
              </a:spcBef>
              <a:spcAft>
                <a:spcPts val="0"/>
              </a:spcAft>
              <a:buSzPts val="2720"/>
              <a:buNone/>
              <a:defRPr sz="3200"/>
            </a:lvl1pPr>
            <a:lvl2pPr indent="-228600" lvl="1" marL="914400" algn="ctr">
              <a:lnSpc>
                <a:spcPct val="100000"/>
              </a:lnSpc>
              <a:spcBef>
                <a:spcPts val="800"/>
              </a:spcBef>
              <a:spcAft>
                <a:spcPts val="0"/>
              </a:spcAft>
              <a:buSzPts val="1700"/>
              <a:buNone/>
              <a:defRPr/>
            </a:lvl2pPr>
            <a:lvl3pPr indent="-228600" lvl="2" marL="1371600" algn="ctr">
              <a:lnSpc>
                <a:spcPct val="100000"/>
              </a:lnSpc>
              <a:spcBef>
                <a:spcPts val="800"/>
              </a:spcBef>
              <a:spcAft>
                <a:spcPts val="0"/>
              </a:spcAft>
              <a:buSzPts val="1530"/>
              <a:buNone/>
              <a:defRPr/>
            </a:lvl3pPr>
            <a:lvl4pPr indent="-228600" lvl="3" marL="1828800" algn="ctr">
              <a:lnSpc>
                <a:spcPct val="100000"/>
              </a:lnSpc>
              <a:spcBef>
                <a:spcPts val="800"/>
              </a:spcBef>
              <a:spcAft>
                <a:spcPts val="0"/>
              </a:spcAft>
              <a:buSzPts val="1360"/>
              <a:buNone/>
              <a:defRPr/>
            </a:lvl4pPr>
            <a:lvl5pPr indent="-228600" lvl="4" marL="2286000" algn="ctr">
              <a:lnSpc>
                <a:spcPct val="100000"/>
              </a:lnSpc>
              <a:spcBef>
                <a:spcPts val="800"/>
              </a:spcBef>
              <a:spcAft>
                <a:spcPts val="0"/>
              </a:spcAft>
              <a:buSzPts val="1360"/>
              <a:buNone/>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1"/>
          <p:cNvSpPr txBox="1"/>
          <p:nvPr>
            <p:ph type="title"/>
          </p:nvPr>
        </p:nvSpPr>
        <p:spPr>
          <a:xfrm>
            <a:off x="287591" y="2382981"/>
            <a:ext cx="11569729" cy="1046019"/>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dk1"/>
              </a:buClr>
              <a:buSzPts val="6000"/>
              <a:buFont typeface="Barlow Condensed"/>
              <a:buNone/>
              <a:defRPr b="1"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11"/>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1"/>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1"/>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131" name="Google Shape;131;p11"/>
          <p:cNvGrpSpPr/>
          <p:nvPr/>
        </p:nvGrpSpPr>
        <p:grpSpPr>
          <a:xfrm>
            <a:off x="0" y="0"/>
            <a:ext cx="12192000" cy="397164"/>
            <a:chOff x="0" y="0"/>
            <a:chExt cx="12192000" cy="397164"/>
          </a:xfrm>
        </p:grpSpPr>
        <p:sp>
          <p:nvSpPr>
            <p:cNvPr id="132" name="Google Shape;132;p11"/>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33" name="Google Shape;133;p11"/>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34" name="Google Shape;134;p11"/>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35" name="Google Shape;135;p11"/>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36" name="Google Shape;136;p11"/>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2" showMasterSp="0">
  <p:cSld name="Section Divider 2">
    <p:bg>
      <p:bgPr>
        <a:solidFill>
          <a:schemeClr val="accent1"/>
        </a:solidFill>
      </p:bgPr>
    </p:bg>
    <p:spTree>
      <p:nvGrpSpPr>
        <p:cNvPr id="137" name="Shape 137"/>
        <p:cNvGrpSpPr/>
        <p:nvPr/>
      </p:nvGrpSpPr>
      <p:grpSpPr>
        <a:xfrm>
          <a:off x="0" y="0"/>
          <a:ext cx="0" cy="0"/>
          <a:chOff x="0" y="0"/>
          <a:chExt cx="0" cy="0"/>
        </a:xfrm>
      </p:grpSpPr>
      <p:sp>
        <p:nvSpPr>
          <p:cNvPr id="138" name="Google Shape;138;p12"/>
          <p:cNvSpPr txBox="1"/>
          <p:nvPr>
            <p:ph idx="1" type="body"/>
          </p:nvPr>
        </p:nvSpPr>
        <p:spPr>
          <a:xfrm>
            <a:off x="1550988" y="3461559"/>
            <a:ext cx="9070975" cy="59848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800"/>
              </a:spcBef>
              <a:spcAft>
                <a:spcPts val="0"/>
              </a:spcAft>
              <a:buSzPts val="2720"/>
              <a:buNone/>
              <a:defRPr sz="3200"/>
            </a:lvl1pPr>
            <a:lvl2pPr indent="-228600" lvl="1" marL="914400" algn="ctr">
              <a:lnSpc>
                <a:spcPct val="100000"/>
              </a:lnSpc>
              <a:spcBef>
                <a:spcPts val="800"/>
              </a:spcBef>
              <a:spcAft>
                <a:spcPts val="0"/>
              </a:spcAft>
              <a:buSzPts val="1700"/>
              <a:buNone/>
              <a:defRPr/>
            </a:lvl2pPr>
            <a:lvl3pPr indent="-228600" lvl="2" marL="1371600" algn="ctr">
              <a:lnSpc>
                <a:spcPct val="100000"/>
              </a:lnSpc>
              <a:spcBef>
                <a:spcPts val="800"/>
              </a:spcBef>
              <a:spcAft>
                <a:spcPts val="0"/>
              </a:spcAft>
              <a:buSzPts val="1530"/>
              <a:buNone/>
              <a:defRPr/>
            </a:lvl3pPr>
            <a:lvl4pPr indent="-228600" lvl="3" marL="1828800" algn="ctr">
              <a:lnSpc>
                <a:spcPct val="100000"/>
              </a:lnSpc>
              <a:spcBef>
                <a:spcPts val="800"/>
              </a:spcBef>
              <a:spcAft>
                <a:spcPts val="0"/>
              </a:spcAft>
              <a:buSzPts val="1360"/>
              <a:buNone/>
              <a:defRPr/>
            </a:lvl4pPr>
            <a:lvl5pPr indent="-228600" lvl="4" marL="2286000" algn="ctr">
              <a:lnSpc>
                <a:spcPct val="100000"/>
              </a:lnSpc>
              <a:spcBef>
                <a:spcPts val="800"/>
              </a:spcBef>
              <a:spcAft>
                <a:spcPts val="0"/>
              </a:spcAft>
              <a:buSzPts val="1360"/>
              <a:buNone/>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2"/>
          <p:cNvSpPr txBox="1"/>
          <p:nvPr>
            <p:ph type="title"/>
          </p:nvPr>
        </p:nvSpPr>
        <p:spPr>
          <a:xfrm>
            <a:off x="287591" y="2382981"/>
            <a:ext cx="11569729" cy="1046019"/>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dk1"/>
              </a:buClr>
              <a:buSzPts val="6000"/>
              <a:buFont typeface="Barlow Condensed"/>
              <a:buNone/>
              <a:defRPr b="1"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12"/>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2"/>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2"/>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143" name="Google Shape;143;p12"/>
          <p:cNvGrpSpPr/>
          <p:nvPr/>
        </p:nvGrpSpPr>
        <p:grpSpPr>
          <a:xfrm>
            <a:off x="0" y="0"/>
            <a:ext cx="12192000" cy="397164"/>
            <a:chOff x="0" y="0"/>
            <a:chExt cx="12192000" cy="397164"/>
          </a:xfrm>
        </p:grpSpPr>
        <p:sp>
          <p:nvSpPr>
            <p:cNvPr id="144" name="Google Shape;144;p12"/>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45" name="Google Shape;145;p12"/>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46" name="Google Shape;146;p12"/>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47" name="Google Shape;147;p12"/>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48" name="Google Shape;148;p12"/>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3" showMasterSp="0">
  <p:cSld name="Section Divider 3">
    <p:bg>
      <p:bgPr>
        <a:solidFill>
          <a:schemeClr val="dk1"/>
        </a:solidFill>
      </p:bgPr>
    </p:bg>
    <p:spTree>
      <p:nvGrpSpPr>
        <p:cNvPr id="149" name="Shape 149"/>
        <p:cNvGrpSpPr/>
        <p:nvPr/>
      </p:nvGrpSpPr>
      <p:grpSpPr>
        <a:xfrm>
          <a:off x="0" y="0"/>
          <a:ext cx="0" cy="0"/>
          <a:chOff x="0" y="0"/>
          <a:chExt cx="0" cy="0"/>
        </a:xfrm>
      </p:grpSpPr>
      <p:sp>
        <p:nvSpPr>
          <p:cNvPr id="150" name="Google Shape;150;p13"/>
          <p:cNvSpPr txBox="1"/>
          <p:nvPr>
            <p:ph idx="1" type="body"/>
          </p:nvPr>
        </p:nvSpPr>
        <p:spPr>
          <a:xfrm>
            <a:off x="1550988" y="3461559"/>
            <a:ext cx="9070975" cy="59848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800"/>
              </a:spcBef>
              <a:spcAft>
                <a:spcPts val="0"/>
              </a:spcAft>
              <a:buSzPts val="2720"/>
              <a:buNone/>
              <a:defRPr sz="3200">
                <a:solidFill>
                  <a:schemeClr val="lt1"/>
                </a:solidFill>
              </a:defRPr>
            </a:lvl1pPr>
            <a:lvl2pPr indent="-228600" lvl="1" marL="914400" algn="ctr">
              <a:lnSpc>
                <a:spcPct val="100000"/>
              </a:lnSpc>
              <a:spcBef>
                <a:spcPts val="800"/>
              </a:spcBef>
              <a:spcAft>
                <a:spcPts val="0"/>
              </a:spcAft>
              <a:buSzPts val="1700"/>
              <a:buNone/>
              <a:defRPr/>
            </a:lvl2pPr>
            <a:lvl3pPr indent="-228600" lvl="2" marL="1371600" algn="ctr">
              <a:lnSpc>
                <a:spcPct val="100000"/>
              </a:lnSpc>
              <a:spcBef>
                <a:spcPts val="800"/>
              </a:spcBef>
              <a:spcAft>
                <a:spcPts val="0"/>
              </a:spcAft>
              <a:buSzPts val="1530"/>
              <a:buNone/>
              <a:defRPr/>
            </a:lvl3pPr>
            <a:lvl4pPr indent="-228600" lvl="3" marL="1828800" algn="ctr">
              <a:lnSpc>
                <a:spcPct val="100000"/>
              </a:lnSpc>
              <a:spcBef>
                <a:spcPts val="800"/>
              </a:spcBef>
              <a:spcAft>
                <a:spcPts val="0"/>
              </a:spcAft>
              <a:buSzPts val="1360"/>
              <a:buNone/>
              <a:defRPr/>
            </a:lvl4pPr>
            <a:lvl5pPr indent="-228600" lvl="4" marL="2286000" algn="ctr">
              <a:lnSpc>
                <a:spcPct val="100000"/>
              </a:lnSpc>
              <a:spcBef>
                <a:spcPts val="800"/>
              </a:spcBef>
              <a:spcAft>
                <a:spcPts val="0"/>
              </a:spcAft>
              <a:buSzPts val="1360"/>
              <a:buNone/>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13"/>
          <p:cNvSpPr txBox="1"/>
          <p:nvPr>
            <p:ph type="title"/>
          </p:nvPr>
        </p:nvSpPr>
        <p:spPr>
          <a:xfrm>
            <a:off x="287591" y="2382981"/>
            <a:ext cx="11569729" cy="1046019"/>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lt1"/>
              </a:buClr>
              <a:buSzPts val="6000"/>
              <a:buFont typeface="Barlow Condensed"/>
              <a:buNone/>
              <a:defRPr b="1"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13"/>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3"/>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3"/>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lt1"/>
                </a:solidFill>
                <a:latin typeface="Verdana"/>
                <a:ea typeface="Verdana"/>
                <a:cs typeface="Verdana"/>
                <a:sym typeface="Verdana"/>
              </a:defRPr>
            </a:lvl1pPr>
            <a:lvl2pPr indent="0" lvl="1" marL="0" algn="ctr">
              <a:spcBef>
                <a:spcPts val="0"/>
              </a:spcBef>
              <a:buNone/>
              <a:defRPr sz="1000">
                <a:solidFill>
                  <a:schemeClr val="lt1"/>
                </a:solidFill>
                <a:latin typeface="Verdana"/>
                <a:ea typeface="Verdana"/>
                <a:cs typeface="Verdana"/>
                <a:sym typeface="Verdana"/>
              </a:defRPr>
            </a:lvl2pPr>
            <a:lvl3pPr indent="0" lvl="2" marL="0" algn="ctr">
              <a:spcBef>
                <a:spcPts val="0"/>
              </a:spcBef>
              <a:buNone/>
              <a:defRPr sz="1000">
                <a:solidFill>
                  <a:schemeClr val="lt1"/>
                </a:solidFill>
                <a:latin typeface="Verdana"/>
                <a:ea typeface="Verdana"/>
                <a:cs typeface="Verdana"/>
                <a:sym typeface="Verdana"/>
              </a:defRPr>
            </a:lvl3pPr>
            <a:lvl4pPr indent="0" lvl="3" marL="0" algn="ctr">
              <a:spcBef>
                <a:spcPts val="0"/>
              </a:spcBef>
              <a:buNone/>
              <a:defRPr sz="1000">
                <a:solidFill>
                  <a:schemeClr val="lt1"/>
                </a:solidFill>
                <a:latin typeface="Verdana"/>
                <a:ea typeface="Verdana"/>
                <a:cs typeface="Verdana"/>
                <a:sym typeface="Verdana"/>
              </a:defRPr>
            </a:lvl4pPr>
            <a:lvl5pPr indent="0" lvl="4" marL="0" algn="ctr">
              <a:spcBef>
                <a:spcPts val="0"/>
              </a:spcBef>
              <a:buNone/>
              <a:defRPr sz="1000">
                <a:solidFill>
                  <a:schemeClr val="lt1"/>
                </a:solidFill>
                <a:latin typeface="Verdana"/>
                <a:ea typeface="Verdana"/>
                <a:cs typeface="Verdana"/>
                <a:sym typeface="Verdana"/>
              </a:defRPr>
            </a:lvl5pPr>
            <a:lvl6pPr indent="0" lvl="5" marL="0" algn="ctr">
              <a:spcBef>
                <a:spcPts val="0"/>
              </a:spcBef>
              <a:buNone/>
              <a:defRPr sz="1000">
                <a:solidFill>
                  <a:schemeClr val="lt1"/>
                </a:solidFill>
                <a:latin typeface="Verdana"/>
                <a:ea typeface="Verdana"/>
                <a:cs typeface="Verdana"/>
                <a:sym typeface="Verdana"/>
              </a:defRPr>
            </a:lvl6pPr>
            <a:lvl7pPr indent="0" lvl="6" marL="0" algn="ctr">
              <a:spcBef>
                <a:spcPts val="0"/>
              </a:spcBef>
              <a:buNone/>
              <a:defRPr sz="1000">
                <a:solidFill>
                  <a:schemeClr val="lt1"/>
                </a:solidFill>
                <a:latin typeface="Verdana"/>
                <a:ea typeface="Verdana"/>
                <a:cs typeface="Verdana"/>
                <a:sym typeface="Verdana"/>
              </a:defRPr>
            </a:lvl7pPr>
            <a:lvl8pPr indent="0" lvl="7" marL="0" algn="ctr">
              <a:spcBef>
                <a:spcPts val="0"/>
              </a:spcBef>
              <a:buNone/>
              <a:defRPr sz="1000">
                <a:solidFill>
                  <a:schemeClr val="lt1"/>
                </a:solidFill>
                <a:latin typeface="Verdana"/>
                <a:ea typeface="Verdana"/>
                <a:cs typeface="Verdana"/>
                <a:sym typeface="Verdana"/>
              </a:defRPr>
            </a:lvl8pPr>
            <a:lvl9pPr indent="0" lvl="8" marL="0" algn="ctr">
              <a:spcBef>
                <a:spcPts val="0"/>
              </a:spcBef>
              <a:buNone/>
              <a:defRPr sz="1000">
                <a:solidFill>
                  <a:schemeClr val="lt1"/>
                </a:solidFill>
                <a:latin typeface="Verdana"/>
                <a:ea typeface="Verdana"/>
                <a:cs typeface="Verdana"/>
                <a:sym typeface="Verdana"/>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155" name="Google Shape;155;p13"/>
          <p:cNvGrpSpPr/>
          <p:nvPr/>
        </p:nvGrpSpPr>
        <p:grpSpPr>
          <a:xfrm>
            <a:off x="0" y="0"/>
            <a:ext cx="12192000" cy="397164"/>
            <a:chOff x="0" y="0"/>
            <a:chExt cx="12192000" cy="397164"/>
          </a:xfrm>
        </p:grpSpPr>
        <p:sp>
          <p:nvSpPr>
            <p:cNvPr id="156" name="Google Shape;156;p13"/>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57" name="Google Shape;157;p13"/>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58" name="Google Shape;158;p13"/>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59" name="Google Shape;159;p13"/>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60" name="Google Shape;160;p13"/>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161" name="Shape 161"/>
        <p:cNvGrpSpPr/>
        <p:nvPr/>
      </p:nvGrpSpPr>
      <p:grpSpPr>
        <a:xfrm>
          <a:off x="0" y="0"/>
          <a:ext cx="0" cy="0"/>
          <a:chOff x="0" y="0"/>
          <a:chExt cx="0" cy="0"/>
        </a:xfrm>
      </p:grpSpPr>
      <p:sp>
        <p:nvSpPr>
          <p:cNvPr id="162" name="Google Shape;162;p14"/>
          <p:cNvSpPr txBox="1"/>
          <p:nvPr>
            <p:ph type="title"/>
          </p:nvPr>
        </p:nvSpPr>
        <p:spPr>
          <a:xfrm>
            <a:off x="657225" y="4581236"/>
            <a:ext cx="10877550" cy="1597891"/>
          </a:xfrm>
          <a:prstGeom prst="rect">
            <a:avLst/>
          </a:prstGeom>
          <a:noFill/>
          <a:ln>
            <a:noFill/>
          </a:ln>
        </p:spPr>
        <p:txBody>
          <a:bodyPr anchorCtr="1" anchor="ctr" bIns="45700" lIns="91425" spcFirstLastPara="1" rIns="91425" wrap="square" tIns="45700">
            <a:noAutofit/>
          </a:bodyPr>
          <a:lstStyle>
            <a:lvl1pPr lvl="0" algn="ctr">
              <a:lnSpc>
                <a:spcPct val="85000"/>
              </a:lnSpc>
              <a:spcBef>
                <a:spcPts val="0"/>
              </a:spcBef>
              <a:spcAft>
                <a:spcPts val="0"/>
              </a:spcAft>
              <a:buClr>
                <a:schemeClr val="dk1"/>
              </a:buClr>
              <a:buSzPts val="1800"/>
              <a:buFont typeface="Verdana"/>
              <a:buNone/>
              <a:defRPr b="0" i="0" sz="1800" cap="none">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14"/>
          <p:cNvSpPr txBox="1"/>
          <p:nvPr>
            <p:ph idx="10" type="dt"/>
          </p:nvPr>
        </p:nvSpPr>
        <p:spPr>
          <a:xfrm>
            <a:off x="10719067"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4"/>
          <p:cNvSpPr txBox="1"/>
          <p:nvPr>
            <p:ph idx="11" type="ftr"/>
          </p:nvPr>
        </p:nvSpPr>
        <p:spPr>
          <a:xfrm>
            <a:off x="291819" y="6335309"/>
            <a:ext cx="4829174"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4"/>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pic>
        <p:nvPicPr>
          <p:cNvPr descr="University of Waterloo Faculty of Mathematics logo" id="166" name="Google Shape;166;p14"/>
          <p:cNvPicPr preferRelativeResize="0"/>
          <p:nvPr/>
        </p:nvPicPr>
        <p:blipFill rotWithShape="1">
          <a:blip r:embed="rId2">
            <a:alphaModFix/>
          </a:blip>
          <a:srcRect b="0" l="0" r="0" t="0"/>
          <a:stretch/>
        </p:blipFill>
        <p:spPr>
          <a:xfrm>
            <a:off x="3009063" y="985586"/>
            <a:ext cx="6173872" cy="4075199"/>
          </a:xfrm>
          <a:prstGeom prst="rect">
            <a:avLst/>
          </a:prstGeom>
          <a:noFill/>
          <a:ln>
            <a:noFill/>
          </a:ln>
        </p:spPr>
      </p:pic>
      <p:grpSp>
        <p:nvGrpSpPr>
          <p:cNvPr id="167" name="Google Shape;167;p14"/>
          <p:cNvGrpSpPr/>
          <p:nvPr/>
        </p:nvGrpSpPr>
        <p:grpSpPr>
          <a:xfrm>
            <a:off x="0" y="0"/>
            <a:ext cx="12192000" cy="397164"/>
            <a:chOff x="0" y="0"/>
            <a:chExt cx="12192000" cy="397164"/>
          </a:xfrm>
        </p:grpSpPr>
        <p:sp>
          <p:nvSpPr>
            <p:cNvPr id="168" name="Google Shape;168;p14"/>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69" name="Google Shape;169;p14"/>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70" name="Google Shape;170;p14"/>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71" name="Google Shape;171;p14"/>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72" name="Google Shape;172;p14"/>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_ALT" showMasterSp="0">
  <p:cSld name="Closing Slide_ALT">
    <p:bg>
      <p:bgPr>
        <a:solidFill>
          <a:schemeClr val="dk1"/>
        </a:solidFill>
      </p:bgPr>
    </p:bg>
    <p:spTree>
      <p:nvGrpSpPr>
        <p:cNvPr id="173" name="Shape 173"/>
        <p:cNvGrpSpPr/>
        <p:nvPr/>
      </p:nvGrpSpPr>
      <p:grpSpPr>
        <a:xfrm>
          <a:off x="0" y="0"/>
          <a:ext cx="0" cy="0"/>
          <a:chOff x="0" y="0"/>
          <a:chExt cx="0" cy="0"/>
        </a:xfrm>
      </p:grpSpPr>
      <p:sp>
        <p:nvSpPr>
          <p:cNvPr id="174" name="Google Shape;174;p15"/>
          <p:cNvSpPr txBox="1"/>
          <p:nvPr>
            <p:ph type="title"/>
          </p:nvPr>
        </p:nvSpPr>
        <p:spPr>
          <a:xfrm>
            <a:off x="733425" y="4682836"/>
            <a:ext cx="10725150" cy="1559782"/>
          </a:xfrm>
          <a:prstGeom prst="rect">
            <a:avLst/>
          </a:prstGeom>
          <a:noFill/>
          <a:ln>
            <a:noFill/>
          </a:ln>
        </p:spPr>
        <p:txBody>
          <a:bodyPr anchorCtr="1" anchor="ctr" bIns="45700" lIns="91425" spcFirstLastPara="1" rIns="91425" wrap="square" tIns="45700">
            <a:noAutofit/>
          </a:bodyPr>
          <a:lstStyle>
            <a:lvl1pPr lvl="0" algn="ctr">
              <a:lnSpc>
                <a:spcPct val="75000"/>
              </a:lnSpc>
              <a:spcBef>
                <a:spcPts val="0"/>
              </a:spcBef>
              <a:spcAft>
                <a:spcPts val="0"/>
              </a:spcAft>
              <a:buClr>
                <a:schemeClr val="lt1"/>
              </a:buClr>
              <a:buSzPts val="1800"/>
              <a:buFont typeface="Verdana"/>
              <a:buNone/>
              <a:defRPr b="0" i="0" sz="18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15"/>
          <p:cNvSpPr txBox="1"/>
          <p:nvPr>
            <p:ph idx="10" type="dt"/>
          </p:nvPr>
        </p:nvSpPr>
        <p:spPr>
          <a:xfrm>
            <a:off x="10765732"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15"/>
          <p:cNvSpPr txBox="1"/>
          <p:nvPr>
            <p:ph idx="11" type="ftr"/>
          </p:nvPr>
        </p:nvSpPr>
        <p:spPr>
          <a:xfrm>
            <a:off x="245154" y="6335309"/>
            <a:ext cx="4752974"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5"/>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lt1"/>
                </a:solidFill>
                <a:latin typeface="Verdana"/>
                <a:ea typeface="Verdana"/>
                <a:cs typeface="Verdana"/>
                <a:sym typeface="Verdana"/>
              </a:defRPr>
            </a:lvl1pPr>
            <a:lvl2pPr indent="0" lvl="1" marL="0" algn="ctr">
              <a:spcBef>
                <a:spcPts val="0"/>
              </a:spcBef>
              <a:buNone/>
              <a:defRPr sz="1000">
                <a:solidFill>
                  <a:schemeClr val="lt1"/>
                </a:solidFill>
                <a:latin typeface="Verdana"/>
                <a:ea typeface="Verdana"/>
                <a:cs typeface="Verdana"/>
                <a:sym typeface="Verdana"/>
              </a:defRPr>
            </a:lvl2pPr>
            <a:lvl3pPr indent="0" lvl="2" marL="0" algn="ctr">
              <a:spcBef>
                <a:spcPts val="0"/>
              </a:spcBef>
              <a:buNone/>
              <a:defRPr sz="1000">
                <a:solidFill>
                  <a:schemeClr val="lt1"/>
                </a:solidFill>
                <a:latin typeface="Verdana"/>
                <a:ea typeface="Verdana"/>
                <a:cs typeface="Verdana"/>
                <a:sym typeface="Verdana"/>
              </a:defRPr>
            </a:lvl3pPr>
            <a:lvl4pPr indent="0" lvl="3" marL="0" algn="ctr">
              <a:spcBef>
                <a:spcPts val="0"/>
              </a:spcBef>
              <a:buNone/>
              <a:defRPr sz="1000">
                <a:solidFill>
                  <a:schemeClr val="lt1"/>
                </a:solidFill>
                <a:latin typeface="Verdana"/>
                <a:ea typeface="Verdana"/>
                <a:cs typeface="Verdana"/>
                <a:sym typeface="Verdana"/>
              </a:defRPr>
            </a:lvl4pPr>
            <a:lvl5pPr indent="0" lvl="4" marL="0" algn="ctr">
              <a:spcBef>
                <a:spcPts val="0"/>
              </a:spcBef>
              <a:buNone/>
              <a:defRPr sz="1000">
                <a:solidFill>
                  <a:schemeClr val="lt1"/>
                </a:solidFill>
                <a:latin typeface="Verdana"/>
                <a:ea typeface="Verdana"/>
                <a:cs typeface="Verdana"/>
                <a:sym typeface="Verdana"/>
              </a:defRPr>
            </a:lvl5pPr>
            <a:lvl6pPr indent="0" lvl="5" marL="0" algn="ctr">
              <a:spcBef>
                <a:spcPts val="0"/>
              </a:spcBef>
              <a:buNone/>
              <a:defRPr sz="1000">
                <a:solidFill>
                  <a:schemeClr val="lt1"/>
                </a:solidFill>
                <a:latin typeface="Verdana"/>
                <a:ea typeface="Verdana"/>
                <a:cs typeface="Verdana"/>
                <a:sym typeface="Verdana"/>
              </a:defRPr>
            </a:lvl6pPr>
            <a:lvl7pPr indent="0" lvl="6" marL="0" algn="ctr">
              <a:spcBef>
                <a:spcPts val="0"/>
              </a:spcBef>
              <a:buNone/>
              <a:defRPr sz="1000">
                <a:solidFill>
                  <a:schemeClr val="lt1"/>
                </a:solidFill>
                <a:latin typeface="Verdana"/>
                <a:ea typeface="Verdana"/>
                <a:cs typeface="Verdana"/>
                <a:sym typeface="Verdana"/>
              </a:defRPr>
            </a:lvl7pPr>
            <a:lvl8pPr indent="0" lvl="7" marL="0" algn="ctr">
              <a:spcBef>
                <a:spcPts val="0"/>
              </a:spcBef>
              <a:buNone/>
              <a:defRPr sz="1000">
                <a:solidFill>
                  <a:schemeClr val="lt1"/>
                </a:solidFill>
                <a:latin typeface="Verdana"/>
                <a:ea typeface="Verdana"/>
                <a:cs typeface="Verdana"/>
                <a:sym typeface="Verdana"/>
              </a:defRPr>
            </a:lvl8pPr>
            <a:lvl9pPr indent="0" lvl="8" marL="0" algn="ctr">
              <a:spcBef>
                <a:spcPts val="0"/>
              </a:spcBef>
              <a:buNone/>
              <a:defRPr sz="1000">
                <a:solidFill>
                  <a:schemeClr val="lt1"/>
                </a:solidFill>
                <a:latin typeface="Verdana"/>
                <a:ea typeface="Verdana"/>
                <a:cs typeface="Verdana"/>
                <a:sym typeface="Verdana"/>
              </a:defRPr>
            </a:lvl9pPr>
          </a:lstStyle>
          <a:p>
            <a:pPr indent="0" lvl="0" marL="0" rtl="0" algn="ctr">
              <a:spcBef>
                <a:spcPts val="0"/>
              </a:spcBef>
              <a:spcAft>
                <a:spcPts val="0"/>
              </a:spcAft>
              <a:buNone/>
            </a:pPr>
            <a:r>
              <a:rPr lang="en-US"/>
              <a:t>PAGE  </a:t>
            </a:r>
            <a:fld id="{00000000-1234-1234-1234-123412341234}" type="slidenum">
              <a:rPr lang="en-US"/>
              <a:t>‹#›</a:t>
            </a:fld>
            <a:endParaRPr/>
          </a:p>
        </p:txBody>
      </p:sp>
      <p:pic>
        <p:nvPicPr>
          <p:cNvPr descr="University of Waterloo Faculty of Mathematics logo" id="178" name="Google Shape;178;p15"/>
          <p:cNvPicPr preferRelativeResize="0"/>
          <p:nvPr/>
        </p:nvPicPr>
        <p:blipFill rotWithShape="1">
          <a:blip r:embed="rId2">
            <a:alphaModFix/>
          </a:blip>
          <a:srcRect b="0" l="0" r="0" t="0"/>
          <a:stretch/>
        </p:blipFill>
        <p:spPr>
          <a:xfrm>
            <a:off x="3009064" y="985586"/>
            <a:ext cx="6173872" cy="4075199"/>
          </a:xfrm>
          <a:prstGeom prst="rect">
            <a:avLst/>
          </a:prstGeom>
          <a:noFill/>
          <a:ln>
            <a:noFill/>
          </a:ln>
        </p:spPr>
      </p:pic>
      <p:grpSp>
        <p:nvGrpSpPr>
          <p:cNvPr id="179" name="Google Shape;179;p15"/>
          <p:cNvGrpSpPr/>
          <p:nvPr/>
        </p:nvGrpSpPr>
        <p:grpSpPr>
          <a:xfrm>
            <a:off x="0" y="0"/>
            <a:ext cx="12192000" cy="397164"/>
            <a:chOff x="0" y="0"/>
            <a:chExt cx="12192000" cy="397164"/>
          </a:xfrm>
        </p:grpSpPr>
        <p:sp>
          <p:nvSpPr>
            <p:cNvPr id="180" name="Google Shape;180;p15"/>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81" name="Google Shape;181;p15"/>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82" name="Google Shape;182;p15"/>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83" name="Google Shape;183;p15"/>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84" name="Google Shape;184;p15"/>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Y+W" showMasterSp="0">
  <p:cSld name="1_Closing Slide_Y+W">
    <p:spTree>
      <p:nvGrpSpPr>
        <p:cNvPr id="185" name="Shape 185"/>
        <p:cNvGrpSpPr/>
        <p:nvPr/>
      </p:nvGrpSpPr>
      <p:grpSpPr>
        <a:xfrm>
          <a:off x="0" y="0"/>
          <a:ext cx="0" cy="0"/>
          <a:chOff x="0" y="0"/>
          <a:chExt cx="0" cy="0"/>
        </a:xfrm>
      </p:grpSpPr>
      <p:sp>
        <p:nvSpPr>
          <p:cNvPr id="186" name="Google Shape;186;p16"/>
          <p:cNvSpPr txBox="1"/>
          <p:nvPr>
            <p:ph idx="10" type="dt"/>
          </p:nvPr>
        </p:nvSpPr>
        <p:spPr>
          <a:xfrm>
            <a:off x="10719067"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6"/>
          <p:cNvSpPr txBox="1"/>
          <p:nvPr>
            <p:ph idx="11" type="ftr"/>
          </p:nvPr>
        </p:nvSpPr>
        <p:spPr>
          <a:xfrm>
            <a:off x="291819" y="6335309"/>
            <a:ext cx="4829174"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6"/>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pic>
        <p:nvPicPr>
          <p:cNvPr descr="University of Waterloo Faculty of Mathematics logo" id="189" name="Google Shape;189;p16"/>
          <p:cNvPicPr preferRelativeResize="0"/>
          <p:nvPr/>
        </p:nvPicPr>
        <p:blipFill rotWithShape="1">
          <a:blip r:embed="rId2">
            <a:alphaModFix/>
          </a:blip>
          <a:srcRect b="0" l="0" r="0" t="0"/>
          <a:stretch/>
        </p:blipFill>
        <p:spPr>
          <a:xfrm>
            <a:off x="3009064" y="805093"/>
            <a:ext cx="6173872" cy="4075199"/>
          </a:xfrm>
          <a:prstGeom prst="rect">
            <a:avLst/>
          </a:prstGeom>
          <a:noFill/>
          <a:ln>
            <a:noFill/>
          </a:ln>
        </p:spPr>
      </p:pic>
      <p:pic>
        <p:nvPicPr>
          <p:cNvPr descr="YOU+WATERLOO" id="190" name="Google Shape;190;p16"/>
          <p:cNvPicPr preferRelativeResize="0"/>
          <p:nvPr/>
        </p:nvPicPr>
        <p:blipFill rotWithShape="1">
          <a:blip r:embed="rId3">
            <a:alphaModFix/>
          </a:blip>
          <a:srcRect b="0" l="0" r="0" t="0"/>
          <a:stretch/>
        </p:blipFill>
        <p:spPr>
          <a:xfrm>
            <a:off x="5187315" y="4854114"/>
            <a:ext cx="1817370" cy="514350"/>
          </a:xfrm>
          <a:prstGeom prst="rect">
            <a:avLst/>
          </a:prstGeom>
          <a:noFill/>
          <a:ln>
            <a:noFill/>
          </a:ln>
        </p:spPr>
      </p:pic>
      <p:pic>
        <p:nvPicPr>
          <p:cNvPr id="191" name="Google Shape;191;p16"/>
          <p:cNvPicPr preferRelativeResize="0"/>
          <p:nvPr/>
        </p:nvPicPr>
        <p:blipFill rotWithShape="1">
          <a:blip r:embed="rId4">
            <a:alphaModFix/>
          </a:blip>
          <a:srcRect b="0" l="0" r="0" t="0"/>
          <a:stretch/>
        </p:blipFill>
        <p:spPr>
          <a:xfrm>
            <a:off x="4237482" y="5539328"/>
            <a:ext cx="3717036" cy="243459"/>
          </a:xfrm>
          <a:prstGeom prst="rect">
            <a:avLst/>
          </a:prstGeom>
          <a:noFill/>
          <a:ln>
            <a:noFill/>
          </a:ln>
        </p:spPr>
      </p:pic>
      <p:grpSp>
        <p:nvGrpSpPr>
          <p:cNvPr id="192" name="Google Shape;192;p16"/>
          <p:cNvGrpSpPr/>
          <p:nvPr/>
        </p:nvGrpSpPr>
        <p:grpSpPr>
          <a:xfrm>
            <a:off x="0" y="0"/>
            <a:ext cx="12192000" cy="397164"/>
            <a:chOff x="0" y="0"/>
            <a:chExt cx="12192000" cy="397164"/>
          </a:xfrm>
        </p:grpSpPr>
        <p:sp>
          <p:nvSpPr>
            <p:cNvPr id="193" name="Google Shape;193;p16"/>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94" name="Google Shape;194;p16"/>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95" name="Google Shape;195;p16"/>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96" name="Google Shape;196;p16"/>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197" name="Google Shape;197;p16"/>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Y+W_ALT" showMasterSp="0">
  <p:cSld name="1_Closing Slide_Y+W_ALT">
    <p:bg>
      <p:bgPr>
        <a:solidFill>
          <a:schemeClr val="dk1"/>
        </a:solidFill>
      </p:bgPr>
    </p:bg>
    <p:spTree>
      <p:nvGrpSpPr>
        <p:cNvPr id="198" name="Shape 198"/>
        <p:cNvGrpSpPr/>
        <p:nvPr/>
      </p:nvGrpSpPr>
      <p:grpSpPr>
        <a:xfrm>
          <a:off x="0" y="0"/>
          <a:ext cx="0" cy="0"/>
          <a:chOff x="0" y="0"/>
          <a:chExt cx="0" cy="0"/>
        </a:xfrm>
      </p:grpSpPr>
      <p:sp>
        <p:nvSpPr>
          <p:cNvPr id="199" name="Google Shape;199;p17"/>
          <p:cNvSpPr txBox="1"/>
          <p:nvPr>
            <p:ph idx="10" type="dt"/>
          </p:nvPr>
        </p:nvSpPr>
        <p:spPr>
          <a:xfrm>
            <a:off x="10765732"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17"/>
          <p:cNvSpPr txBox="1"/>
          <p:nvPr>
            <p:ph idx="11" type="ftr"/>
          </p:nvPr>
        </p:nvSpPr>
        <p:spPr>
          <a:xfrm>
            <a:off x="245154" y="6335309"/>
            <a:ext cx="4752974"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7"/>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lt1"/>
                </a:solidFill>
                <a:latin typeface="Verdana"/>
                <a:ea typeface="Verdana"/>
                <a:cs typeface="Verdana"/>
                <a:sym typeface="Verdana"/>
              </a:defRPr>
            </a:lvl1pPr>
            <a:lvl2pPr indent="0" lvl="1" marL="0" algn="ctr">
              <a:spcBef>
                <a:spcPts val="0"/>
              </a:spcBef>
              <a:buNone/>
              <a:defRPr sz="1000">
                <a:solidFill>
                  <a:schemeClr val="lt1"/>
                </a:solidFill>
                <a:latin typeface="Verdana"/>
                <a:ea typeface="Verdana"/>
                <a:cs typeface="Verdana"/>
                <a:sym typeface="Verdana"/>
              </a:defRPr>
            </a:lvl2pPr>
            <a:lvl3pPr indent="0" lvl="2" marL="0" algn="ctr">
              <a:spcBef>
                <a:spcPts val="0"/>
              </a:spcBef>
              <a:buNone/>
              <a:defRPr sz="1000">
                <a:solidFill>
                  <a:schemeClr val="lt1"/>
                </a:solidFill>
                <a:latin typeface="Verdana"/>
                <a:ea typeface="Verdana"/>
                <a:cs typeface="Verdana"/>
                <a:sym typeface="Verdana"/>
              </a:defRPr>
            </a:lvl3pPr>
            <a:lvl4pPr indent="0" lvl="3" marL="0" algn="ctr">
              <a:spcBef>
                <a:spcPts val="0"/>
              </a:spcBef>
              <a:buNone/>
              <a:defRPr sz="1000">
                <a:solidFill>
                  <a:schemeClr val="lt1"/>
                </a:solidFill>
                <a:latin typeface="Verdana"/>
                <a:ea typeface="Verdana"/>
                <a:cs typeface="Verdana"/>
                <a:sym typeface="Verdana"/>
              </a:defRPr>
            </a:lvl4pPr>
            <a:lvl5pPr indent="0" lvl="4" marL="0" algn="ctr">
              <a:spcBef>
                <a:spcPts val="0"/>
              </a:spcBef>
              <a:buNone/>
              <a:defRPr sz="1000">
                <a:solidFill>
                  <a:schemeClr val="lt1"/>
                </a:solidFill>
                <a:latin typeface="Verdana"/>
                <a:ea typeface="Verdana"/>
                <a:cs typeface="Verdana"/>
                <a:sym typeface="Verdana"/>
              </a:defRPr>
            </a:lvl5pPr>
            <a:lvl6pPr indent="0" lvl="5" marL="0" algn="ctr">
              <a:spcBef>
                <a:spcPts val="0"/>
              </a:spcBef>
              <a:buNone/>
              <a:defRPr sz="1000">
                <a:solidFill>
                  <a:schemeClr val="lt1"/>
                </a:solidFill>
                <a:latin typeface="Verdana"/>
                <a:ea typeface="Verdana"/>
                <a:cs typeface="Verdana"/>
                <a:sym typeface="Verdana"/>
              </a:defRPr>
            </a:lvl6pPr>
            <a:lvl7pPr indent="0" lvl="6" marL="0" algn="ctr">
              <a:spcBef>
                <a:spcPts val="0"/>
              </a:spcBef>
              <a:buNone/>
              <a:defRPr sz="1000">
                <a:solidFill>
                  <a:schemeClr val="lt1"/>
                </a:solidFill>
                <a:latin typeface="Verdana"/>
                <a:ea typeface="Verdana"/>
                <a:cs typeface="Verdana"/>
                <a:sym typeface="Verdana"/>
              </a:defRPr>
            </a:lvl7pPr>
            <a:lvl8pPr indent="0" lvl="7" marL="0" algn="ctr">
              <a:spcBef>
                <a:spcPts val="0"/>
              </a:spcBef>
              <a:buNone/>
              <a:defRPr sz="1000">
                <a:solidFill>
                  <a:schemeClr val="lt1"/>
                </a:solidFill>
                <a:latin typeface="Verdana"/>
                <a:ea typeface="Verdana"/>
                <a:cs typeface="Verdana"/>
                <a:sym typeface="Verdana"/>
              </a:defRPr>
            </a:lvl8pPr>
            <a:lvl9pPr indent="0" lvl="8" marL="0" algn="ctr">
              <a:spcBef>
                <a:spcPts val="0"/>
              </a:spcBef>
              <a:buNone/>
              <a:defRPr sz="1000">
                <a:solidFill>
                  <a:schemeClr val="lt1"/>
                </a:solidFill>
                <a:latin typeface="Verdana"/>
                <a:ea typeface="Verdana"/>
                <a:cs typeface="Verdana"/>
                <a:sym typeface="Verdana"/>
              </a:defRPr>
            </a:lvl9pPr>
          </a:lstStyle>
          <a:p>
            <a:pPr indent="0" lvl="0" marL="0" rtl="0" algn="ctr">
              <a:spcBef>
                <a:spcPts val="0"/>
              </a:spcBef>
              <a:spcAft>
                <a:spcPts val="0"/>
              </a:spcAft>
              <a:buNone/>
            </a:pPr>
            <a:r>
              <a:rPr lang="en-US"/>
              <a:t>PAGE  </a:t>
            </a:r>
            <a:fld id="{00000000-1234-1234-1234-123412341234}" type="slidenum">
              <a:rPr lang="en-US"/>
              <a:t>‹#›</a:t>
            </a:fld>
            <a:endParaRPr/>
          </a:p>
        </p:txBody>
      </p:sp>
      <p:pic>
        <p:nvPicPr>
          <p:cNvPr descr="University of Waterloo Faculty of Mathematics logo" id="202" name="Google Shape;202;p17"/>
          <p:cNvPicPr preferRelativeResize="0"/>
          <p:nvPr/>
        </p:nvPicPr>
        <p:blipFill rotWithShape="1">
          <a:blip r:embed="rId2">
            <a:alphaModFix/>
          </a:blip>
          <a:srcRect b="0" l="0" r="0" t="0"/>
          <a:stretch/>
        </p:blipFill>
        <p:spPr>
          <a:xfrm>
            <a:off x="3009064" y="799131"/>
            <a:ext cx="6173872" cy="4075199"/>
          </a:xfrm>
          <a:prstGeom prst="rect">
            <a:avLst/>
          </a:prstGeom>
          <a:noFill/>
          <a:ln>
            <a:noFill/>
          </a:ln>
        </p:spPr>
      </p:pic>
      <p:grpSp>
        <p:nvGrpSpPr>
          <p:cNvPr id="203" name="Google Shape;203;p17"/>
          <p:cNvGrpSpPr/>
          <p:nvPr/>
        </p:nvGrpSpPr>
        <p:grpSpPr>
          <a:xfrm>
            <a:off x="0" y="0"/>
            <a:ext cx="12192000" cy="397164"/>
            <a:chOff x="0" y="0"/>
            <a:chExt cx="12192000" cy="397164"/>
          </a:xfrm>
        </p:grpSpPr>
        <p:sp>
          <p:nvSpPr>
            <p:cNvPr id="204" name="Google Shape;204;p17"/>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05" name="Google Shape;205;p17"/>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06" name="Google Shape;206;p17"/>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07" name="Google Shape;207;p17"/>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08" name="Google Shape;208;p17"/>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pic>
        <p:nvPicPr>
          <p:cNvPr descr="YOU+WATERLOO" id="209" name="Google Shape;209;p17"/>
          <p:cNvPicPr preferRelativeResize="0"/>
          <p:nvPr/>
        </p:nvPicPr>
        <p:blipFill rotWithShape="1">
          <a:blip r:embed="rId3">
            <a:alphaModFix/>
          </a:blip>
          <a:srcRect b="0" l="0" r="0" t="0"/>
          <a:stretch/>
        </p:blipFill>
        <p:spPr>
          <a:xfrm>
            <a:off x="5187315" y="4854114"/>
            <a:ext cx="1817370" cy="514350"/>
          </a:xfrm>
          <a:prstGeom prst="rect">
            <a:avLst/>
          </a:prstGeom>
          <a:noFill/>
          <a:ln>
            <a:noFill/>
          </a:ln>
        </p:spPr>
      </p:pic>
      <p:pic>
        <p:nvPicPr>
          <p:cNvPr id="210" name="Google Shape;210;p17"/>
          <p:cNvPicPr preferRelativeResize="0"/>
          <p:nvPr/>
        </p:nvPicPr>
        <p:blipFill rotWithShape="1">
          <a:blip r:embed="rId4">
            <a:alphaModFix/>
          </a:blip>
          <a:srcRect b="0" l="0" r="0" t="0"/>
          <a:stretch/>
        </p:blipFill>
        <p:spPr>
          <a:xfrm>
            <a:off x="4237482" y="5539328"/>
            <a:ext cx="3717036" cy="2434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Menu">
  <p:cSld name="Title and Content_Menu">
    <p:spTree>
      <p:nvGrpSpPr>
        <p:cNvPr id="211" name="Shape 211"/>
        <p:cNvGrpSpPr/>
        <p:nvPr/>
      </p:nvGrpSpPr>
      <p:grpSpPr>
        <a:xfrm>
          <a:off x="0" y="0"/>
          <a:ext cx="0" cy="0"/>
          <a:chOff x="0" y="0"/>
          <a:chExt cx="0" cy="0"/>
        </a:xfrm>
      </p:grpSpPr>
      <p:sp>
        <p:nvSpPr>
          <p:cNvPr id="212" name="Google Shape;212;p18"/>
          <p:cNvSpPr txBox="1"/>
          <p:nvPr>
            <p:ph idx="1" type="body"/>
          </p:nvPr>
        </p:nvSpPr>
        <p:spPr>
          <a:xfrm>
            <a:off x="259882" y="1413163"/>
            <a:ext cx="11569729" cy="4595117"/>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800"/>
              </a:spcBef>
              <a:spcAft>
                <a:spcPts val="0"/>
              </a:spcAft>
              <a:buSzPts val="1530"/>
              <a:buChar char="▪"/>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18"/>
          <p:cNvSpPr txBox="1"/>
          <p:nvPr>
            <p:ph idx="2" type="body"/>
          </p:nvPr>
        </p:nvSpPr>
        <p:spPr>
          <a:xfrm>
            <a:off x="7407696" y="685060"/>
            <a:ext cx="1420859" cy="2860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800"/>
              </a:spcBef>
              <a:spcAft>
                <a:spcPts val="0"/>
              </a:spcAft>
              <a:buSzPts val="935"/>
              <a:buNone/>
              <a:defRPr b="0" sz="1100">
                <a:solidFill>
                  <a:srgbClr val="7F7F7F"/>
                </a:solidFill>
                <a:latin typeface="Verdana"/>
                <a:ea typeface="Verdana"/>
                <a:cs typeface="Verdana"/>
                <a:sym typeface="Verdana"/>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18"/>
          <p:cNvSpPr txBox="1"/>
          <p:nvPr>
            <p:ph idx="3" type="body"/>
          </p:nvPr>
        </p:nvSpPr>
        <p:spPr>
          <a:xfrm>
            <a:off x="8908224" y="685060"/>
            <a:ext cx="1420859" cy="2860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800"/>
              </a:spcBef>
              <a:spcAft>
                <a:spcPts val="0"/>
              </a:spcAft>
              <a:buSzPts val="935"/>
              <a:buNone/>
              <a:defRPr b="0" sz="1100">
                <a:solidFill>
                  <a:srgbClr val="7F7F7F"/>
                </a:solidFill>
                <a:latin typeface="Verdana"/>
                <a:ea typeface="Verdana"/>
                <a:cs typeface="Verdana"/>
                <a:sym typeface="Verdana"/>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18"/>
          <p:cNvSpPr txBox="1"/>
          <p:nvPr>
            <p:ph idx="4" type="body"/>
          </p:nvPr>
        </p:nvSpPr>
        <p:spPr>
          <a:xfrm>
            <a:off x="10408752" y="685060"/>
            <a:ext cx="1420859" cy="2860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800"/>
              </a:spcBef>
              <a:spcAft>
                <a:spcPts val="0"/>
              </a:spcAft>
              <a:buSzPts val="935"/>
              <a:buNone/>
              <a:defRPr b="0" sz="1100">
                <a:solidFill>
                  <a:srgbClr val="7F7F7F"/>
                </a:solidFill>
                <a:latin typeface="Verdana"/>
                <a:ea typeface="Verdana"/>
                <a:cs typeface="Verdana"/>
                <a:sym typeface="Verdana"/>
              </a:defRPr>
            </a:lvl1pPr>
            <a:lvl2pPr indent="-325755" lvl="1" marL="914400" algn="l">
              <a:lnSpc>
                <a:spcPct val="100000"/>
              </a:lnSpc>
              <a:spcBef>
                <a:spcPts val="800"/>
              </a:spcBef>
              <a:spcAft>
                <a:spcPts val="0"/>
              </a:spcAft>
              <a:buSzPts val="1530"/>
              <a:buChar char="▪"/>
              <a:defRPr/>
            </a:lvl2pPr>
            <a:lvl3pPr indent="-325755" lvl="2" marL="1371600" algn="l">
              <a:lnSpc>
                <a:spcPct val="100000"/>
              </a:lnSpc>
              <a:spcBef>
                <a:spcPts val="800"/>
              </a:spcBef>
              <a:spcAft>
                <a:spcPts val="0"/>
              </a:spcAft>
              <a:buSzPts val="1530"/>
              <a:buChar char="▪"/>
              <a:defRPr/>
            </a:lvl3pPr>
            <a:lvl4pPr indent="-325755" lvl="3" marL="1828800" algn="l">
              <a:lnSpc>
                <a:spcPct val="100000"/>
              </a:lnSpc>
              <a:spcBef>
                <a:spcPts val="800"/>
              </a:spcBef>
              <a:spcAft>
                <a:spcPts val="0"/>
              </a:spcAft>
              <a:buSzPts val="1530"/>
              <a:buChar char="▪"/>
              <a:defRPr/>
            </a:lvl4pPr>
            <a:lvl5pPr indent="-325755" lvl="4" marL="2286000" algn="l">
              <a:lnSpc>
                <a:spcPct val="100000"/>
              </a:lnSpc>
              <a:spcBef>
                <a:spcPts val="800"/>
              </a:spcBef>
              <a:spcAft>
                <a:spcPts val="0"/>
              </a:spcAft>
              <a:buSzPts val="1530"/>
              <a:buChar char="▪"/>
              <a:defRPr/>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18"/>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8"/>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18"/>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
        <p:nvSpPr>
          <p:cNvPr id="219" name="Google Shape;219;p18"/>
          <p:cNvSpPr txBox="1"/>
          <p:nvPr>
            <p:ph type="title"/>
          </p:nvPr>
        </p:nvSpPr>
        <p:spPr>
          <a:xfrm>
            <a:off x="259883" y="434108"/>
            <a:ext cx="7046081" cy="89592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1"/>
              </a:buClr>
              <a:buSzPts val="3600"/>
              <a:buFont typeface="Barlow Condensed"/>
              <a:buNone/>
              <a:defRPr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0" name="Shape 220"/>
        <p:cNvGrpSpPr/>
        <p:nvPr/>
      </p:nvGrpSpPr>
      <p:grpSpPr>
        <a:xfrm>
          <a:off x="0" y="0"/>
          <a:ext cx="0" cy="0"/>
          <a:chOff x="0" y="0"/>
          <a:chExt cx="0" cy="0"/>
        </a:xfrm>
      </p:grpSpPr>
      <p:sp>
        <p:nvSpPr>
          <p:cNvPr id="221" name="Google Shape;221;p19"/>
          <p:cNvSpPr txBox="1"/>
          <p:nvPr>
            <p:ph type="title"/>
          </p:nvPr>
        </p:nvSpPr>
        <p:spPr>
          <a:xfrm>
            <a:off x="259882" y="1709738"/>
            <a:ext cx="9399507" cy="285273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4000"/>
              <a:buFont typeface="Barlow Condensed"/>
              <a:buNone/>
              <a:defRPr b="1"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19"/>
          <p:cNvSpPr txBox="1"/>
          <p:nvPr>
            <p:ph idx="1" type="body"/>
          </p:nvPr>
        </p:nvSpPr>
        <p:spPr>
          <a:xfrm>
            <a:off x="259882" y="4589463"/>
            <a:ext cx="9399507"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2040"/>
              <a:buNone/>
              <a:defRPr sz="2400">
                <a:solidFill>
                  <a:srgbClr val="888888"/>
                </a:solidFill>
              </a:defRPr>
            </a:lvl1pPr>
            <a:lvl2pPr indent="-228600" lvl="1" marL="914400" algn="l">
              <a:lnSpc>
                <a:spcPct val="100000"/>
              </a:lnSpc>
              <a:spcBef>
                <a:spcPts val="800"/>
              </a:spcBef>
              <a:spcAft>
                <a:spcPts val="0"/>
              </a:spcAft>
              <a:buSzPts val="1700"/>
              <a:buNone/>
              <a:defRPr sz="2000">
                <a:solidFill>
                  <a:srgbClr val="888888"/>
                </a:solidFill>
              </a:defRPr>
            </a:lvl2pPr>
            <a:lvl3pPr indent="-228600" lvl="2" marL="1371600" algn="l">
              <a:lnSpc>
                <a:spcPct val="100000"/>
              </a:lnSpc>
              <a:spcBef>
                <a:spcPts val="800"/>
              </a:spcBef>
              <a:spcAft>
                <a:spcPts val="0"/>
              </a:spcAft>
              <a:buSzPts val="1530"/>
              <a:buNone/>
              <a:defRPr sz="1800">
                <a:solidFill>
                  <a:srgbClr val="888888"/>
                </a:solidFill>
              </a:defRPr>
            </a:lvl3pPr>
            <a:lvl4pPr indent="-228600" lvl="3" marL="1828800" algn="l">
              <a:lnSpc>
                <a:spcPct val="100000"/>
              </a:lnSpc>
              <a:spcBef>
                <a:spcPts val="800"/>
              </a:spcBef>
              <a:spcAft>
                <a:spcPts val="0"/>
              </a:spcAft>
              <a:buSzPts val="1360"/>
              <a:buNone/>
              <a:defRPr sz="1600">
                <a:solidFill>
                  <a:srgbClr val="888888"/>
                </a:solidFill>
              </a:defRPr>
            </a:lvl4pPr>
            <a:lvl5pPr indent="-228600" lvl="4" marL="2286000" algn="l">
              <a:lnSpc>
                <a:spcPct val="100000"/>
              </a:lnSpc>
              <a:spcBef>
                <a:spcPts val="800"/>
              </a:spcBef>
              <a:spcAft>
                <a:spcPts val="0"/>
              </a:spcAft>
              <a:buSzPts val="1360"/>
              <a:buNone/>
              <a:defRPr sz="1600">
                <a:solidFill>
                  <a:srgbClr val="888888"/>
                </a:solidFill>
              </a:defRPr>
            </a:lvl5pPr>
            <a:lvl6pPr indent="-228600" lvl="5" marL="2743200" algn="l">
              <a:lnSpc>
                <a:spcPct val="90000"/>
              </a:lnSpc>
              <a:spcBef>
                <a:spcPts val="8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3" name="Google Shape;223;p19"/>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19"/>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19"/>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 showMasterSp="0">
  <p:cSld name="Section Header_ALT">
    <p:spTree>
      <p:nvGrpSpPr>
        <p:cNvPr id="226" name="Shape 226"/>
        <p:cNvGrpSpPr/>
        <p:nvPr/>
      </p:nvGrpSpPr>
      <p:grpSpPr>
        <a:xfrm>
          <a:off x="0" y="0"/>
          <a:ext cx="0" cy="0"/>
          <a:chOff x="0" y="0"/>
          <a:chExt cx="0" cy="0"/>
        </a:xfrm>
      </p:grpSpPr>
      <p:sp>
        <p:nvSpPr>
          <p:cNvPr id="227" name="Google Shape;227;p20"/>
          <p:cNvSpPr txBox="1"/>
          <p:nvPr>
            <p:ph type="ctrTitle"/>
          </p:nvPr>
        </p:nvSpPr>
        <p:spPr>
          <a:xfrm>
            <a:off x="960521" y="3219583"/>
            <a:ext cx="8770620" cy="1212056"/>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chemeClr val="dk1"/>
              </a:buClr>
              <a:buSzPts val="4000"/>
              <a:buFont typeface="Barlow Condensed"/>
              <a:buNone/>
              <a:defRPr b="1" sz="4000" cap="non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20"/>
          <p:cNvSpPr txBox="1"/>
          <p:nvPr>
            <p:ph idx="1" type="subTitle"/>
          </p:nvPr>
        </p:nvSpPr>
        <p:spPr>
          <a:xfrm>
            <a:off x="960521" y="4439469"/>
            <a:ext cx="8770620" cy="666549"/>
          </a:xfrm>
          <a:prstGeom prst="rect">
            <a:avLst/>
          </a:prstGeom>
          <a:noFill/>
          <a:ln>
            <a:noFill/>
          </a:ln>
        </p:spPr>
        <p:txBody>
          <a:bodyPr anchorCtr="0" anchor="t" bIns="45700" lIns="91425" spcFirstLastPara="1" rIns="91425" wrap="square" tIns="45700">
            <a:normAutofit/>
          </a:bodyPr>
          <a:lstStyle>
            <a:lvl1pPr lvl="0" algn="l">
              <a:lnSpc>
                <a:spcPct val="100000"/>
              </a:lnSpc>
              <a:spcBef>
                <a:spcPts val="800"/>
              </a:spcBef>
              <a:spcAft>
                <a:spcPts val="0"/>
              </a:spcAft>
              <a:buSzPts val="2040"/>
              <a:buNone/>
              <a:defRPr sz="240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9" name="Google Shape;229;p20"/>
          <p:cNvSpPr txBox="1"/>
          <p:nvPr>
            <p:ph idx="10" type="dt"/>
          </p:nvPr>
        </p:nvSpPr>
        <p:spPr>
          <a:xfrm>
            <a:off x="10749107"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20"/>
          <p:cNvSpPr txBox="1"/>
          <p:nvPr>
            <p:ph idx="11" type="ftr"/>
          </p:nvPr>
        </p:nvSpPr>
        <p:spPr>
          <a:xfrm>
            <a:off x="261779" y="6335309"/>
            <a:ext cx="4525878"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20"/>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232" name="Google Shape;232;p20"/>
          <p:cNvGrpSpPr/>
          <p:nvPr/>
        </p:nvGrpSpPr>
        <p:grpSpPr>
          <a:xfrm>
            <a:off x="0" y="0"/>
            <a:ext cx="12192000" cy="397164"/>
            <a:chOff x="0" y="0"/>
            <a:chExt cx="12192000" cy="397164"/>
          </a:xfrm>
        </p:grpSpPr>
        <p:sp>
          <p:nvSpPr>
            <p:cNvPr id="233" name="Google Shape;233;p20"/>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34" name="Google Shape;234;p20"/>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35" name="Google Shape;235;p20"/>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36" name="Google Shape;236;p20"/>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37" name="Google Shape;237;p20"/>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38" name="Shape 238"/>
        <p:cNvGrpSpPr/>
        <p:nvPr/>
      </p:nvGrpSpPr>
      <p:grpSpPr>
        <a:xfrm>
          <a:off x="0" y="0"/>
          <a:ext cx="0" cy="0"/>
          <a:chOff x="0" y="0"/>
          <a:chExt cx="0" cy="0"/>
        </a:xfrm>
      </p:grpSpPr>
      <p:sp>
        <p:nvSpPr>
          <p:cNvPr id="239" name="Google Shape;239;p21"/>
          <p:cNvSpPr txBox="1"/>
          <p:nvPr>
            <p:ph idx="1" type="body"/>
          </p:nvPr>
        </p:nvSpPr>
        <p:spPr>
          <a:xfrm>
            <a:off x="259881" y="1396192"/>
            <a:ext cx="5542713" cy="67027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800"/>
              </a:spcBef>
              <a:spcAft>
                <a:spcPts val="0"/>
              </a:spcAft>
              <a:buSzPts val="2380"/>
              <a:buNone/>
              <a:defRPr b="1" sz="2800">
                <a:latin typeface="Georgia"/>
                <a:ea typeface="Georgia"/>
                <a:cs typeface="Georgia"/>
                <a:sym typeface="Georgia"/>
              </a:defRPr>
            </a:lvl1pPr>
            <a:lvl2pPr indent="-228600" lvl="1" marL="914400" algn="l">
              <a:lnSpc>
                <a:spcPct val="100000"/>
              </a:lnSpc>
              <a:spcBef>
                <a:spcPts val="800"/>
              </a:spcBef>
              <a:spcAft>
                <a:spcPts val="0"/>
              </a:spcAft>
              <a:buSzPts val="1700"/>
              <a:buNone/>
              <a:defRPr b="1" sz="2000"/>
            </a:lvl2pPr>
            <a:lvl3pPr indent="-228600" lvl="2" marL="1371600" algn="l">
              <a:lnSpc>
                <a:spcPct val="100000"/>
              </a:lnSpc>
              <a:spcBef>
                <a:spcPts val="800"/>
              </a:spcBef>
              <a:spcAft>
                <a:spcPts val="0"/>
              </a:spcAft>
              <a:buSzPts val="1530"/>
              <a:buNone/>
              <a:defRPr b="1" sz="1800"/>
            </a:lvl3pPr>
            <a:lvl4pPr indent="-228600" lvl="3" marL="1828800" algn="l">
              <a:lnSpc>
                <a:spcPct val="100000"/>
              </a:lnSpc>
              <a:spcBef>
                <a:spcPts val="800"/>
              </a:spcBef>
              <a:spcAft>
                <a:spcPts val="0"/>
              </a:spcAft>
              <a:buSzPts val="1360"/>
              <a:buNone/>
              <a:defRPr b="1" sz="1600"/>
            </a:lvl4pPr>
            <a:lvl5pPr indent="-228600" lvl="4" marL="2286000" algn="l">
              <a:lnSpc>
                <a:spcPct val="100000"/>
              </a:lnSpc>
              <a:spcBef>
                <a:spcPts val="800"/>
              </a:spcBef>
              <a:spcAft>
                <a:spcPts val="0"/>
              </a:spcAft>
              <a:buSzPts val="1360"/>
              <a:buNone/>
              <a:defRPr b="1" sz="1600"/>
            </a:lvl5pPr>
            <a:lvl6pPr indent="-228600" lvl="5" marL="2743200" algn="l">
              <a:lnSpc>
                <a:spcPct val="90000"/>
              </a:lnSpc>
              <a:spcBef>
                <a:spcPts val="8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 name="Google Shape;240;p21"/>
          <p:cNvSpPr txBox="1"/>
          <p:nvPr>
            <p:ph idx="2" type="body"/>
          </p:nvPr>
        </p:nvSpPr>
        <p:spPr>
          <a:xfrm>
            <a:off x="259881" y="2184400"/>
            <a:ext cx="5542713" cy="3846945"/>
          </a:xfrm>
          <a:prstGeom prst="rect">
            <a:avLst/>
          </a:prstGeom>
          <a:noFill/>
          <a:ln>
            <a:noFill/>
          </a:ln>
        </p:spPr>
        <p:txBody>
          <a:bodyPr anchorCtr="0" anchor="t" bIns="45700" lIns="91425" spcFirstLastPara="1" rIns="91425" wrap="square" tIns="45700">
            <a:normAutofit/>
          </a:bodyPr>
          <a:lstStyle>
            <a:lvl1pPr indent="-336550" lvl="0" marL="457200" algn="l">
              <a:lnSpc>
                <a:spcPct val="100000"/>
              </a:lnSpc>
              <a:spcBef>
                <a:spcPts val="800"/>
              </a:spcBef>
              <a:spcAft>
                <a:spcPts val="0"/>
              </a:spcAft>
              <a:buSzPts val="1700"/>
              <a:buFont typeface="Noto Sans Symbols"/>
              <a:buChar char="▪"/>
              <a:defRPr sz="2000"/>
            </a:lvl1pPr>
            <a:lvl2pPr indent="-325755" lvl="1" marL="914400" algn="l">
              <a:lnSpc>
                <a:spcPct val="100000"/>
              </a:lnSpc>
              <a:spcBef>
                <a:spcPts val="800"/>
              </a:spcBef>
              <a:spcAft>
                <a:spcPts val="0"/>
              </a:spcAft>
              <a:buSzPts val="1530"/>
              <a:buFont typeface="Noto Sans Symbols"/>
              <a:buChar char="▪"/>
              <a:defRPr sz="1800"/>
            </a:lvl2pPr>
            <a:lvl3pPr indent="-314960" lvl="2" marL="1371600" algn="l">
              <a:lnSpc>
                <a:spcPct val="100000"/>
              </a:lnSpc>
              <a:spcBef>
                <a:spcPts val="800"/>
              </a:spcBef>
              <a:spcAft>
                <a:spcPts val="0"/>
              </a:spcAft>
              <a:buSzPts val="1360"/>
              <a:buFont typeface="Noto Sans Symbols"/>
              <a:buChar char="▪"/>
              <a:defRPr sz="1600"/>
            </a:lvl3pPr>
            <a:lvl4pPr indent="-304165" lvl="3" marL="1828800" algn="l">
              <a:lnSpc>
                <a:spcPct val="100000"/>
              </a:lnSpc>
              <a:spcBef>
                <a:spcPts val="800"/>
              </a:spcBef>
              <a:spcAft>
                <a:spcPts val="0"/>
              </a:spcAft>
              <a:buSzPts val="1190"/>
              <a:buFont typeface="Noto Sans Symbols"/>
              <a:buChar char="▪"/>
              <a:defRPr sz="1400"/>
            </a:lvl4pPr>
            <a:lvl5pPr indent="-304165" lvl="4" marL="2286000" algn="l">
              <a:lnSpc>
                <a:spcPct val="100000"/>
              </a:lnSpc>
              <a:spcBef>
                <a:spcPts val="800"/>
              </a:spcBef>
              <a:spcAft>
                <a:spcPts val="0"/>
              </a:spcAft>
              <a:buSzPts val="1190"/>
              <a:buFont typeface="Noto Sans Symbols"/>
              <a:buChar char="▪"/>
              <a:defRPr sz="1400"/>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21"/>
          <p:cNvSpPr txBox="1"/>
          <p:nvPr>
            <p:ph idx="3" type="body"/>
          </p:nvPr>
        </p:nvSpPr>
        <p:spPr>
          <a:xfrm>
            <a:off x="6236154" y="1396192"/>
            <a:ext cx="5593458" cy="6702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800"/>
              </a:spcBef>
              <a:spcAft>
                <a:spcPts val="0"/>
              </a:spcAft>
              <a:buSzPts val="2380"/>
              <a:buNone/>
              <a:defRPr b="1" sz="2800">
                <a:latin typeface="Georgia"/>
                <a:ea typeface="Georgia"/>
                <a:cs typeface="Georgia"/>
                <a:sym typeface="Georgia"/>
              </a:defRPr>
            </a:lvl1pPr>
            <a:lvl2pPr indent="-228600" lvl="1" marL="914400" algn="l">
              <a:lnSpc>
                <a:spcPct val="100000"/>
              </a:lnSpc>
              <a:spcBef>
                <a:spcPts val="800"/>
              </a:spcBef>
              <a:spcAft>
                <a:spcPts val="0"/>
              </a:spcAft>
              <a:buSzPts val="1700"/>
              <a:buNone/>
              <a:defRPr b="1" sz="2000"/>
            </a:lvl2pPr>
            <a:lvl3pPr indent="-228600" lvl="2" marL="1371600" algn="l">
              <a:lnSpc>
                <a:spcPct val="100000"/>
              </a:lnSpc>
              <a:spcBef>
                <a:spcPts val="800"/>
              </a:spcBef>
              <a:spcAft>
                <a:spcPts val="0"/>
              </a:spcAft>
              <a:buSzPts val="1530"/>
              <a:buNone/>
              <a:defRPr b="1" sz="1800"/>
            </a:lvl3pPr>
            <a:lvl4pPr indent="-228600" lvl="3" marL="1828800" algn="l">
              <a:lnSpc>
                <a:spcPct val="100000"/>
              </a:lnSpc>
              <a:spcBef>
                <a:spcPts val="800"/>
              </a:spcBef>
              <a:spcAft>
                <a:spcPts val="0"/>
              </a:spcAft>
              <a:buSzPts val="1360"/>
              <a:buNone/>
              <a:defRPr b="1" sz="1600"/>
            </a:lvl4pPr>
            <a:lvl5pPr indent="-228600" lvl="4" marL="2286000" algn="l">
              <a:lnSpc>
                <a:spcPct val="100000"/>
              </a:lnSpc>
              <a:spcBef>
                <a:spcPts val="800"/>
              </a:spcBef>
              <a:spcAft>
                <a:spcPts val="0"/>
              </a:spcAft>
              <a:buSzPts val="1360"/>
              <a:buNone/>
              <a:defRPr b="1" sz="1600"/>
            </a:lvl5pPr>
            <a:lvl6pPr indent="-228600" lvl="5" marL="2743200" algn="l">
              <a:lnSpc>
                <a:spcPct val="90000"/>
              </a:lnSpc>
              <a:spcBef>
                <a:spcPts val="8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2" name="Google Shape;242;p21"/>
          <p:cNvSpPr txBox="1"/>
          <p:nvPr>
            <p:ph idx="4" type="body"/>
          </p:nvPr>
        </p:nvSpPr>
        <p:spPr>
          <a:xfrm>
            <a:off x="6236154" y="2184400"/>
            <a:ext cx="5593458" cy="3846945"/>
          </a:xfrm>
          <a:prstGeom prst="rect">
            <a:avLst/>
          </a:prstGeom>
          <a:noFill/>
          <a:ln>
            <a:noFill/>
          </a:ln>
        </p:spPr>
        <p:txBody>
          <a:bodyPr anchorCtr="0" anchor="t" bIns="45700" lIns="91425" spcFirstLastPara="1" rIns="91425" wrap="square" tIns="45700">
            <a:normAutofit/>
          </a:bodyPr>
          <a:lstStyle>
            <a:lvl1pPr indent="-336550" lvl="0" marL="457200" algn="l">
              <a:lnSpc>
                <a:spcPct val="100000"/>
              </a:lnSpc>
              <a:spcBef>
                <a:spcPts val="800"/>
              </a:spcBef>
              <a:spcAft>
                <a:spcPts val="0"/>
              </a:spcAft>
              <a:buSzPts val="1700"/>
              <a:buFont typeface="Noto Sans Symbols"/>
              <a:buChar char="▪"/>
              <a:defRPr sz="2000"/>
            </a:lvl1pPr>
            <a:lvl2pPr indent="-325755" lvl="1" marL="914400" algn="l">
              <a:lnSpc>
                <a:spcPct val="100000"/>
              </a:lnSpc>
              <a:spcBef>
                <a:spcPts val="800"/>
              </a:spcBef>
              <a:spcAft>
                <a:spcPts val="0"/>
              </a:spcAft>
              <a:buSzPts val="1530"/>
              <a:buFont typeface="Noto Sans Symbols"/>
              <a:buChar char="▪"/>
              <a:defRPr sz="1800"/>
            </a:lvl2pPr>
            <a:lvl3pPr indent="-314960" lvl="2" marL="1371600" algn="l">
              <a:lnSpc>
                <a:spcPct val="100000"/>
              </a:lnSpc>
              <a:spcBef>
                <a:spcPts val="800"/>
              </a:spcBef>
              <a:spcAft>
                <a:spcPts val="0"/>
              </a:spcAft>
              <a:buSzPts val="1360"/>
              <a:buFont typeface="Noto Sans Symbols"/>
              <a:buChar char="▪"/>
              <a:defRPr sz="1600"/>
            </a:lvl3pPr>
            <a:lvl4pPr indent="-304165" lvl="3" marL="1828800" algn="l">
              <a:lnSpc>
                <a:spcPct val="100000"/>
              </a:lnSpc>
              <a:spcBef>
                <a:spcPts val="800"/>
              </a:spcBef>
              <a:spcAft>
                <a:spcPts val="0"/>
              </a:spcAft>
              <a:buSzPts val="1190"/>
              <a:buFont typeface="Noto Sans Symbols"/>
              <a:buChar char="▪"/>
              <a:defRPr sz="1400"/>
            </a:lvl4pPr>
            <a:lvl5pPr indent="-304165" lvl="4" marL="2286000" algn="l">
              <a:lnSpc>
                <a:spcPct val="100000"/>
              </a:lnSpc>
              <a:spcBef>
                <a:spcPts val="800"/>
              </a:spcBef>
              <a:spcAft>
                <a:spcPts val="0"/>
              </a:spcAft>
              <a:buSzPts val="1190"/>
              <a:buFont typeface="Noto Sans Symbols"/>
              <a:buChar char="▪"/>
              <a:defRPr sz="1400"/>
            </a:lvl5pPr>
            <a:lvl6pPr indent="-342900" lvl="5" marL="2743200" algn="l">
              <a:lnSpc>
                <a:spcPct val="90000"/>
              </a:lnSpc>
              <a:spcBef>
                <a:spcPts val="8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21"/>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1"/>
              </a:buClr>
              <a:buSzPts val="3600"/>
              <a:buFont typeface="Barlow Condensed"/>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21"/>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21"/>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21"/>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7" name="Shape 247"/>
        <p:cNvGrpSpPr/>
        <p:nvPr/>
      </p:nvGrpSpPr>
      <p:grpSpPr>
        <a:xfrm>
          <a:off x="0" y="0"/>
          <a:ext cx="0" cy="0"/>
          <a:chOff x="0" y="0"/>
          <a:chExt cx="0" cy="0"/>
        </a:xfrm>
      </p:grpSpPr>
      <p:sp>
        <p:nvSpPr>
          <p:cNvPr id="248" name="Google Shape;248;p22"/>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22"/>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22"/>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NoBkgrd" showMasterSp="0">
  <p:cSld name="Blank_NoBkgrd">
    <p:spTree>
      <p:nvGrpSpPr>
        <p:cNvPr id="251" name="Shape 251"/>
        <p:cNvGrpSpPr/>
        <p:nvPr/>
      </p:nvGrpSpPr>
      <p:grpSpPr>
        <a:xfrm>
          <a:off x="0" y="0"/>
          <a:ext cx="0" cy="0"/>
          <a:chOff x="0" y="0"/>
          <a:chExt cx="0" cy="0"/>
        </a:xfrm>
      </p:grpSpPr>
      <p:sp>
        <p:nvSpPr>
          <p:cNvPr id="252" name="Google Shape;252;p23"/>
          <p:cNvSpPr txBox="1"/>
          <p:nvPr>
            <p:ph idx="10" type="dt"/>
          </p:nvPr>
        </p:nvSpPr>
        <p:spPr>
          <a:xfrm>
            <a:off x="10751004" y="6335309"/>
            <a:ext cx="1181114" cy="250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23"/>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23"/>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255" name="Google Shape;255;p23"/>
          <p:cNvGrpSpPr/>
          <p:nvPr/>
        </p:nvGrpSpPr>
        <p:grpSpPr>
          <a:xfrm>
            <a:off x="0" y="0"/>
            <a:ext cx="12192000" cy="397164"/>
            <a:chOff x="0" y="0"/>
            <a:chExt cx="12192000" cy="397164"/>
          </a:xfrm>
        </p:grpSpPr>
        <p:sp>
          <p:nvSpPr>
            <p:cNvPr id="256" name="Google Shape;256;p23"/>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57" name="Google Shape;257;p23"/>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58" name="Google Shape;258;p23"/>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59" name="Google Shape;259;p23"/>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sp>
          <p:nvSpPr>
            <p:cNvPr id="260" name="Google Shape;260;p23"/>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University of Waterloo Faculty of Mathematics logo" id="10" name="Google Shape;10;p1"/>
          <p:cNvPicPr preferRelativeResize="0"/>
          <p:nvPr/>
        </p:nvPicPr>
        <p:blipFill rotWithShape="1">
          <a:blip r:embed="rId1">
            <a:alphaModFix/>
          </a:blip>
          <a:srcRect b="0" l="0" r="0" t="0"/>
          <a:stretch/>
        </p:blipFill>
        <p:spPr>
          <a:xfrm>
            <a:off x="8911499" y="5997403"/>
            <a:ext cx="3280501" cy="896730"/>
          </a:xfrm>
          <a:prstGeom prst="rect">
            <a:avLst/>
          </a:prstGeom>
          <a:noFill/>
          <a:ln>
            <a:noFill/>
          </a:ln>
        </p:spPr>
      </p:pic>
      <p:sp>
        <p:nvSpPr>
          <p:cNvPr id="11" name="Google Shape;11;p1"/>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lvl1pPr lvl="0" marR="0" rtl="0" algn="l">
              <a:lnSpc>
                <a:spcPct val="85000"/>
              </a:lnSpc>
              <a:spcBef>
                <a:spcPts val="0"/>
              </a:spcBef>
              <a:spcAft>
                <a:spcPts val="0"/>
              </a:spcAft>
              <a:buClr>
                <a:schemeClr val="dk1"/>
              </a:buClr>
              <a:buSzPts val="3600"/>
              <a:buFont typeface="Barlow Condensed"/>
              <a:buNone/>
              <a:defRPr b="1" i="0" sz="3600" u="none" cap="none" strike="noStrik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259882" y="1413163"/>
            <a:ext cx="11569729" cy="4595117"/>
          </a:xfrm>
          <a:prstGeom prst="rect">
            <a:avLst/>
          </a:prstGeom>
          <a:noFill/>
          <a:ln>
            <a:noFill/>
          </a:ln>
        </p:spPr>
        <p:txBody>
          <a:bodyPr anchorCtr="0" anchor="t" bIns="45700" lIns="91425" spcFirstLastPara="1" rIns="91425" wrap="square" tIns="45700">
            <a:normAutofit/>
          </a:bodyPr>
          <a:lstStyle>
            <a:lvl1pPr indent="-358140" lvl="0" marL="457200" marR="0" rtl="0" algn="l">
              <a:lnSpc>
                <a:spcPct val="100000"/>
              </a:lnSpc>
              <a:spcBef>
                <a:spcPts val="800"/>
              </a:spcBef>
              <a:spcAft>
                <a:spcPts val="0"/>
              </a:spcAft>
              <a:buClr>
                <a:schemeClr val="dk1"/>
              </a:buClr>
              <a:buSzPts val="2040"/>
              <a:buFont typeface="Noto Sans Symbols"/>
              <a:buChar char="▪"/>
              <a:defRPr b="0" i="0" sz="2400" u="none" cap="none" strike="noStrike">
                <a:solidFill>
                  <a:schemeClr val="dk1"/>
                </a:solidFill>
                <a:latin typeface="Georgia"/>
                <a:ea typeface="Georgia"/>
                <a:cs typeface="Georgia"/>
                <a:sym typeface="Georgia"/>
              </a:defRPr>
            </a:lvl1pPr>
            <a:lvl2pPr indent="-336550" lvl="1" marL="914400" marR="0" rtl="0" algn="l">
              <a:lnSpc>
                <a:spcPct val="100000"/>
              </a:lnSpc>
              <a:spcBef>
                <a:spcPts val="800"/>
              </a:spcBef>
              <a:spcAft>
                <a:spcPts val="0"/>
              </a:spcAft>
              <a:buClr>
                <a:schemeClr val="dk1"/>
              </a:buClr>
              <a:buSzPts val="1700"/>
              <a:buFont typeface="Noto Sans Symbols"/>
              <a:buChar char="▪"/>
              <a:defRPr b="0" i="0" sz="2000" u="none" cap="none" strike="noStrike">
                <a:solidFill>
                  <a:schemeClr val="dk1"/>
                </a:solidFill>
                <a:latin typeface="Georgia"/>
                <a:ea typeface="Georgia"/>
                <a:cs typeface="Georgia"/>
                <a:sym typeface="Georgia"/>
              </a:defRPr>
            </a:lvl2pPr>
            <a:lvl3pPr indent="-325755" lvl="2" marL="1371600" marR="0" rtl="0" algn="l">
              <a:lnSpc>
                <a:spcPct val="100000"/>
              </a:lnSpc>
              <a:spcBef>
                <a:spcPts val="800"/>
              </a:spcBef>
              <a:spcAft>
                <a:spcPts val="0"/>
              </a:spcAft>
              <a:buClr>
                <a:schemeClr val="dk1"/>
              </a:buClr>
              <a:buSzPts val="1530"/>
              <a:buFont typeface="Noto Sans Symbols"/>
              <a:buChar char="▪"/>
              <a:defRPr b="0" i="0" sz="1800" u="none" cap="none" strike="noStrike">
                <a:solidFill>
                  <a:schemeClr val="dk1"/>
                </a:solidFill>
                <a:latin typeface="Georgia"/>
                <a:ea typeface="Georgia"/>
                <a:cs typeface="Georgia"/>
                <a:sym typeface="Georgia"/>
              </a:defRPr>
            </a:lvl3pPr>
            <a:lvl4pPr indent="-314960" lvl="3" marL="1828800" marR="0" rtl="0" algn="l">
              <a:lnSpc>
                <a:spcPct val="100000"/>
              </a:lnSpc>
              <a:spcBef>
                <a:spcPts val="800"/>
              </a:spcBef>
              <a:spcAft>
                <a:spcPts val="0"/>
              </a:spcAft>
              <a:buClr>
                <a:schemeClr val="dk1"/>
              </a:buClr>
              <a:buSzPts val="1360"/>
              <a:buFont typeface="Noto Sans Symbols"/>
              <a:buChar char="▪"/>
              <a:defRPr b="0" i="0" sz="1600" u="none" cap="none" strike="noStrike">
                <a:solidFill>
                  <a:schemeClr val="dk1"/>
                </a:solidFill>
                <a:latin typeface="Georgia"/>
                <a:ea typeface="Georgia"/>
                <a:cs typeface="Georgia"/>
                <a:sym typeface="Georgia"/>
              </a:defRPr>
            </a:lvl4pPr>
            <a:lvl5pPr indent="-314960" lvl="4" marL="2286000" marR="0" rtl="0" algn="l">
              <a:lnSpc>
                <a:spcPct val="100000"/>
              </a:lnSpc>
              <a:spcBef>
                <a:spcPts val="800"/>
              </a:spcBef>
              <a:spcAft>
                <a:spcPts val="0"/>
              </a:spcAft>
              <a:buClr>
                <a:schemeClr val="dk1"/>
              </a:buClr>
              <a:buSzPts val="1360"/>
              <a:buFont typeface="Noto Sans Symbols"/>
              <a:buChar char="▪"/>
              <a:defRPr b="0" i="0" sz="1600" u="none" cap="none" strike="noStrike">
                <a:solidFill>
                  <a:schemeClr val="dk1"/>
                </a:solidFill>
                <a:latin typeface="Georgia"/>
                <a:ea typeface="Georgia"/>
                <a:cs typeface="Georgia"/>
                <a:sym typeface="Georgia"/>
              </a:defRPr>
            </a:lvl5pPr>
            <a:lvl6pPr indent="-342900" lvl="5" marL="27432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9pPr>
          </a:lstStyle>
          <a:p/>
        </p:txBody>
      </p:sp>
      <p:sp>
        <p:nvSpPr>
          <p:cNvPr id="13" name="Google Shape;13;p1"/>
          <p:cNvSpPr txBox="1"/>
          <p:nvPr>
            <p:ph idx="10" type="dt"/>
          </p:nvPr>
        </p:nvSpPr>
        <p:spPr>
          <a:xfrm>
            <a:off x="7538014" y="6335309"/>
            <a:ext cx="1181114" cy="25033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4" name="Google Shape;14;p1"/>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5" name="Google Shape;15;p1"/>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000" u="none" cap="none" strike="noStrike">
                <a:solidFill>
                  <a:schemeClr val="dk1"/>
                </a:solidFill>
                <a:latin typeface="Verdana"/>
                <a:ea typeface="Verdana"/>
                <a:cs typeface="Verdana"/>
                <a:sym typeface="Verdana"/>
              </a:defRPr>
            </a:lvl1pPr>
            <a:lvl2pPr indent="0" lvl="1" marL="0" marR="0" rtl="0" algn="ctr">
              <a:spcBef>
                <a:spcPts val="0"/>
              </a:spcBef>
              <a:buNone/>
              <a:defRPr b="0" i="0" sz="1000" u="none" cap="none" strike="noStrike">
                <a:solidFill>
                  <a:schemeClr val="dk1"/>
                </a:solidFill>
                <a:latin typeface="Verdana"/>
                <a:ea typeface="Verdana"/>
                <a:cs typeface="Verdana"/>
                <a:sym typeface="Verdana"/>
              </a:defRPr>
            </a:lvl2pPr>
            <a:lvl3pPr indent="0" lvl="2" marL="0" marR="0" rtl="0" algn="ctr">
              <a:spcBef>
                <a:spcPts val="0"/>
              </a:spcBef>
              <a:buNone/>
              <a:defRPr b="0" i="0" sz="1000" u="none" cap="none" strike="noStrike">
                <a:solidFill>
                  <a:schemeClr val="dk1"/>
                </a:solidFill>
                <a:latin typeface="Verdana"/>
                <a:ea typeface="Verdana"/>
                <a:cs typeface="Verdana"/>
                <a:sym typeface="Verdana"/>
              </a:defRPr>
            </a:lvl3pPr>
            <a:lvl4pPr indent="0" lvl="3" marL="0" marR="0" rtl="0" algn="ctr">
              <a:spcBef>
                <a:spcPts val="0"/>
              </a:spcBef>
              <a:buNone/>
              <a:defRPr b="0" i="0" sz="1000" u="none" cap="none" strike="noStrike">
                <a:solidFill>
                  <a:schemeClr val="dk1"/>
                </a:solidFill>
                <a:latin typeface="Verdana"/>
                <a:ea typeface="Verdana"/>
                <a:cs typeface="Verdana"/>
                <a:sym typeface="Verdana"/>
              </a:defRPr>
            </a:lvl4pPr>
            <a:lvl5pPr indent="0" lvl="4" marL="0" marR="0" rtl="0" algn="ctr">
              <a:spcBef>
                <a:spcPts val="0"/>
              </a:spcBef>
              <a:buNone/>
              <a:defRPr b="0" i="0" sz="1000" u="none" cap="none" strike="noStrike">
                <a:solidFill>
                  <a:schemeClr val="dk1"/>
                </a:solidFill>
                <a:latin typeface="Verdana"/>
                <a:ea typeface="Verdana"/>
                <a:cs typeface="Verdana"/>
                <a:sym typeface="Verdana"/>
              </a:defRPr>
            </a:lvl5pPr>
            <a:lvl6pPr indent="0" lvl="5" marL="0" marR="0" rtl="0" algn="ctr">
              <a:spcBef>
                <a:spcPts val="0"/>
              </a:spcBef>
              <a:buNone/>
              <a:defRPr b="0" i="0" sz="1000" u="none" cap="none" strike="noStrike">
                <a:solidFill>
                  <a:schemeClr val="dk1"/>
                </a:solidFill>
                <a:latin typeface="Verdana"/>
                <a:ea typeface="Verdana"/>
                <a:cs typeface="Verdana"/>
                <a:sym typeface="Verdana"/>
              </a:defRPr>
            </a:lvl6pPr>
            <a:lvl7pPr indent="0" lvl="6" marL="0" marR="0" rtl="0" algn="ctr">
              <a:spcBef>
                <a:spcPts val="0"/>
              </a:spcBef>
              <a:buNone/>
              <a:defRPr b="0" i="0" sz="1000" u="none" cap="none" strike="noStrike">
                <a:solidFill>
                  <a:schemeClr val="dk1"/>
                </a:solidFill>
                <a:latin typeface="Verdana"/>
                <a:ea typeface="Verdana"/>
                <a:cs typeface="Verdana"/>
                <a:sym typeface="Verdana"/>
              </a:defRPr>
            </a:lvl7pPr>
            <a:lvl8pPr indent="0" lvl="7" marL="0" marR="0" rtl="0" algn="ctr">
              <a:spcBef>
                <a:spcPts val="0"/>
              </a:spcBef>
              <a:buNone/>
              <a:defRPr b="0" i="0" sz="1000" u="none" cap="none" strike="noStrike">
                <a:solidFill>
                  <a:schemeClr val="dk1"/>
                </a:solidFill>
                <a:latin typeface="Verdana"/>
                <a:ea typeface="Verdana"/>
                <a:cs typeface="Verdana"/>
                <a:sym typeface="Verdana"/>
              </a:defRPr>
            </a:lvl8pPr>
            <a:lvl9pPr indent="0" lvl="8" marL="0" marR="0" rtl="0" algn="ctr">
              <a:spcBef>
                <a:spcPts val="0"/>
              </a:spcBef>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r>
              <a:rPr lang="en-US"/>
              <a:t>PAGE  </a:t>
            </a:r>
            <a:fld id="{00000000-1234-1234-1234-123412341234}" type="slidenum">
              <a:rPr lang="en-US"/>
              <a:t>‹#›</a:t>
            </a:fld>
            <a:endParaRPr/>
          </a:p>
        </p:txBody>
      </p:sp>
      <p:grpSp>
        <p:nvGrpSpPr>
          <p:cNvPr id="16" name="Google Shape;16;p1"/>
          <p:cNvGrpSpPr/>
          <p:nvPr/>
        </p:nvGrpSpPr>
        <p:grpSpPr>
          <a:xfrm>
            <a:off x="0" y="0"/>
            <a:ext cx="12192000" cy="397164"/>
            <a:chOff x="0" y="0"/>
            <a:chExt cx="12192000" cy="397164"/>
          </a:xfrm>
        </p:grpSpPr>
        <p:sp>
          <p:nvSpPr>
            <p:cNvPr id="17" name="Google Shape;17;p1"/>
            <p:cNvSpPr/>
            <p:nvPr/>
          </p:nvSpPr>
          <p:spPr>
            <a:xfrm>
              <a:off x="1" y="198582"/>
              <a:ext cx="3082197" cy="198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18" name="Google Shape;18;p1"/>
            <p:cNvSpPr/>
            <p:nvPr/>
          </p:nvSpPr>
          <p:spPr>
            <a:xfrm>
              <a:off x="3050818" y="198582"/>
              <a:ext cx="3047061" cy="198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19" name="Google Shape;19;p1"/>
            <p:cNvSpPr/>
            <p:nvPr/>
          </p:nvSpPr>
          <p:spPr>
            <a:xfrm>
              <a:off x="6097879" y="198582"/>
              <a:ext cx="3047061" cy="198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20" name="Google Shape;20;p1"/>
            <p:cNvSpPr/>
            <p:nvPr/>
          </p:nvSpPr>
          <p:spPr>
            <a:xfrm>
              <a:off x="9144939" y="198582"/>
              <a:ext cx="3047061" cy="19858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sp>
          <p:nvSpPr>
            <p:cNvPr id="21" name="Google Shape;21;p1"/>
            <p:cNvSpPr/>
            <p:nvPr/>
          </p:nvSpPr>
          <p:spPr>
            <a:xfrm>
              <a:off x="0" y="0"/>
              <a:ext cx="12191999" cy="19858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rgia"/>
                <a:ea typeface="Georgia"/>
                <a:cs typeface="Georgia"/>
                <a:sym typeface="Georgia"/>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6.png"/><Relationship Id="rId9"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6.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7.png"/><Relationship Id="rId4" Type="http://schemas.openxmlformats.org/officeDocument/2006/relationships/image" Target="../media/image36.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ctrTitle"/>
          </p:nvPr>
        </p:nvSpPr>
        <p:spPr>
          <a:xfrm>
            <a:off x="452751" y="1028950"/>
            <a:ext cx="10352100" cy="1474200"/>
          </a:xfrm>
          <a:prstGeom prst="rect">
            <a:avLst/>
          </a:prstGeom>
          <a:noFill/>
          <a:ln>
            <a:noFill/>
          </a:ln>
        </p:spPr>
        <p:txBody>
          <a:bodyPr anchorCtr="0" anchor="b" bIns="45700" lIns="0" spcFirstLastPara="1" rIns="91425" wrap="square" tIns="45700">
            <a:noAutofit/>
          </a:bodyPr>
          <a:lstStyle/>
          <a:p>
            <a:pPr indent="0" lvl="0" marL="0" rtl="0" algn="l">
              <a:lnSpc>
                <a:spcPct val="85000"/>
              </a:lnSpc>
              <a:spcBef>
                <a:spcPts val="0"/>
              </a:spcBef>
              <a:spcAft>
                <a:spcPts val="0"/>
              </a:spcAft>
              <a:buClr>
                <a:schemeClr val="dk1"/>
              </a:buClr>
              <a:buSzPts val="5400"/>
              <a:buFont typeface="Barlow Condensed"/>
              <a:buNone/>
            </a:pPr>
            <a:r>
              <a:rPr lang="en-US"/>
              <a:t>Graph </a:t>
            </a:r>
            <a:r>
              <a:rPr lang="en-US"/>
              <a:t>Topologies</a:t>
            </a:r>
            <a:r>
              <a:rPr lang="en-US"/>
              <a:t> and Incentive Stability in Multi-Agent Code Generation</a:t>
            </a:r>
            <a:endParaRPr/>
          </a:p>
        </p:txBody>
      </p:sp>
      <p:sp>
        <p:nvSpPr>
          <p:cNvPr id="266" name="Google Shape;266;p24"/>
          <p:cNvSpPr txBox="1"/>
          <p:nvPr>
            <p:ph idx="1" type="subTitle"/>
          </p:nvPr>
        </p:nvSpPr>
        <p:spPr>
          <a:xfrm>
            <a:off x="452740" y="4266821"/>
            <a:ext cx="5486243" cy="666549"/>
          </a:xfrm>
          <a:prstGeom prst="rect">
            <a:avLst/>
          </a:prstGeom>
          <a:noFill/>
          <a:ln>
            <a:noFill/>
          </a:ln>
        </p:spPr>
        <p:txBody>
          <a:bodyPr anchorCtr="0" anchor="t" bIns="45700" lIns="0" spcFirstLastPara="1" rIns="91425" wrap="square" tIns="45700">
            <a:normAutofit/>
          </a:bodyPr>
          <a:lstStyle/>
          <a:p>
            <a:pPr indent="0" lvl="0" marL="0" rtl="0" algn="l">
              <a:lnSpc>
                <a:spcPct val="100000"/>
              </a:lnSpc>
              <a:spcBef>
                <a:spcPts val="0"/>
              </a:spcBef>
              <a:spcAft>
                <a:spcPts val="0"/>
              </a:spcAft>
              <a:buSzPts val="1275"/>
              <a:buNone/>
            </a:pPr>
            <a:r>
              <a:rPr lang="en-US"/>
              <a:t>Jason Liu, Charlotte Ma, Nana Ye</a:t>
            </a:r>
            <a:br>
              <a:rPr lang="en-US"/>
            </a:br>
            <a:r>
              <a:rPr lang="en-US"/>
              <a:t>Master of Data Science and Artificial Intelligence</a:t>
            </a:r>
            <a:endParaRPr/>
          </a:p>
        </p:txBody>
      </p:sp>
      <p:sp>
        <p:nvSpPr>
          <p:cNvPr id="267" name="Google Shape;267;p24"/>
          <p:cNvSpPr txBox="1"/>
          <p:nvPr>
            <p:ph idx="10" type="dt"/>
          </p:nvPr>
        </p:nvSpPr>
        <p:spPr>
          <a:xfrm>
            <a:off x="452740" y="2642329"/>
            <a:ext cx="1182916" cy="377962"/>
          </a:xfrm>
          <a:prstGeom prst="rect">
            <a:avLst/>
          </a:prstGeom>
          <a:solidFill>
            <a:schemeClr val="accent3"/>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4/1/26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Motivation</a:t>
            </a:r>
            <a:endParaRPr/>
          </a:p>
        </p:txBody>
      </p:sp>
      <p:sp>
        <p:nvSpPr>
          <p:cNvPr id="273" name="Google Shape;273;p25"/>
          <p:cNvSpPr txBox="1"/>
          <p:nvPr>
            <p:ph idx="1" type="body"/>
          </p:nvPr>
        </p:nvSpPr>
        <p:spPr>
          <a:xfrm>
            <a:off x="1006038" y="1732200"/>
            <a:ext cx="10179900" cy="1696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40"/>
              <a:buNone/>
            </a:pPr>
            <a:r>
              <a:rPr b="1" lang="en-US" sz="3200">
                <a:latin typeface="Barlow Condensed"/>
                <a:ea typeface="Barlow Condensed"/>
                <a:cs typeface="Barlow Condensed"/>
                <a:sym typeface="Barlow Condensed"/>
              </a:rPr>
              <a:t>Do complex graph structures inherently discourage high-effort verification from individual agents due to varying systemic incentives?</a:t>
            </a:r>
            <a:endParaRPr b="1" sz="3200">
              <a:latin typeface="Barlow Condensed"/>
              <a:ea typeface="Barlow Condensed"/>
              <a:cs typeface="Barlow Condensed"/>
              <a:sym typeface="Barlow Condensed"/>
            </a:endParaRPr>
          </a:p>
          <a:p>
            <a:pPr indent="0" lvl="0" marL="0" rtl="0" algn="l">
              <a:lnSpc>
                <a:spcPct val="100000"/>
              </a:lnSpc>
              <a:spcBef>
                <a:spcPts val="0"/>
              </a:spcBef>
              <a:spcAft>
                <a:spcPts val="0"/>
              </a:spcAft>
              <a:buSzPts val="2040"/>
              <a:buNone/>
            </a:pPr>
            <a:r>
              <a:t/>
            </a:r>
            <a:endParaRPr b="1" sz="3200">
              <a:latin typeface="Barlow Condensed"/>
              <a:ea typeface="Barlow Condensed"/>
              <a:cs typeface="Barlow Condensed"/>
              <a:sym typeface="Barlow Condensed"/>
            </a:endParaRPr>
          </a:p>
        </p:txBody>
      </p:sp>
      <p:sp>
        <p:nvSpPr>
          <p:cNvPr id="274" name="Google Shape;274;p25"/>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GRAPH TOPOLOGIES AND INCENTIVE STABILITY IN MULTI-AGENT CODE GENERATION</a:t>
            </a:r>
            <a:endParaRPr/>
          </a:p>
        </p:txBody>
      </p:sp>
      <p:sp>
        <p:nvSpPr>
          <p:cNvPr id="275" name="Google Shape;275;p25"/>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276" name="Google Shape;276;p25"/>
          <p:cNvSpPr txBox="1"/>
          <p:nvPr>
            <p:ph idx="1" type="body"/>
          </p:nvPr>
        </p:nvSpPr>
        <p:spPr>
          <a:xfrm>
            <a:off x="903675" y="3637600"/>
            <a:ext cx="10179900" cy="2489100"/>
          </a:xfrm>
          <a:prstGeom prst="rect">
            <a:avLst/>
          </a:prstGeom>
          <a:noFill/>
          <a:ln>
            <a:noFill/>
          </a:ln>
        </p:spPr>
        <p:txBody>
          <a:bodyPr anchorCtr="0" anchor="t" bIns="45700" lIns="91425" spcFirstLastPara="1" rIns="91425" wrap="square" tIns="45700">
            <a:noAutofit/>
          </a:bodyPr>
          <a:lstStyle/>
          <a:p>
            <a:pPr indent="-318770" lvl="0" marL="288925" marR="0" rtl="0" algn="l">
              <a:lnSpc>
                <a:spcPct val="150000"/>
              </a:lnSpc>
              <a:spcBef>
                <a:spcPts val="1600"/>
              </a:spcBef>
              <a:spcAft>
                <a:spcPts val="0"/>
              </a:spcAft>
              <a:buSzPts val="2000"/>
              <a:buChar char="▪"/>
            </a:pPr>
            <a:r>
              <a:rPr lang="en-US" sz="2000"/>
              <a:t>Multi-agent systems introduce rapidly compounding token and latency costs</a:t>
            </a:r>
            <a:endParaRPr sz="2000"/>
          </a:p>
          <a:p>
            <a:pPr indent="-318770" lvl="0" marL="288925" marR="0" rtl="0" algn="l">
              <a:lnSpc>
                <a:spcPct val="150000"/>
              </a:lnSpc>
              <a:spcBef>
                <a:spcPts val="0"/>
              </a:spcBef>
              <a:spcAft>
                <a:spcPts val="0"/>
              </a:spcAft>
              <a:buSzPts val="2000"/>
              <a:buChar char="▪"/>
            </a:pPr>
            <a:r>
              <a:rPr lang="en-US" sz="2000"/>
              <a:t>Lyu et al. (2025) show that agent failures trace directly to inter-agent miscommunication, implicating topology affect both accuracy and robustness</a:t>
            </a:r>
            <a:endParaRPr sz="2000"/>
          </a:p>
          <a:p>
            <a:pPr indent="-318770" lvl="0" marL="288925" marR="0" rtl="0" algn="l">
              <a:lnSpc>
                <a:spcPct val="150000"/>
              </a:lnSpc>
              <a:spcBef>
                <a:spcPts val="0"/>
              </a:spcBef>
              <a:spcAft>
                <a:spcPts val="0"/>
              </a:spcAft>
              <a:buSzPts val="2000"/>
              <a:buChar char="▪"/>
            </a:pPr>
            <a:r>
              <a:rPr lang="en-US" sz="2000"/>
              <a:t>We must isolate the true hidden variable: </a:t>
            </a:r>
            <a:r>
              <a:rPr b="1" lang="en-US" sz="2000"/>
              <a:t>Interaction Topology</a:t>
            </a:r>
            <a:endParaRPr b="1"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Background</a:t>
            </a:r>
            <a:endParaRPr/>
          </a:p>
        </p:txBody>
      </p:sp>
      <p:sp>
        <p:nvSpPr>
          <p:cNvPr id="282" name="Google Shape;282;p26"/>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PRESENTATION TITLE</a:t>
            </a:r>
            <a:endParaRPr/>
          </a:p>
        </p:txBody>
      </p:sp>
      <p:sp>
        <p:nvSpPr>
          <p:cNvPr id="283" name="Google Shape;283;p26"/>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284" name="Google Shape;284;p26"/>
          <p:cNvSpPr txBox="1"/>
          <p:nvPr>
            <p:ph type="title"/>
          </p:nvPr>
        </p:nvSpPr>
        <p:spPr>
          <a:xfrm>
            <a:off x="448928" y="1330025"/>
            <a:ext cx="17331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b="0" lang="en-US" sz="3200">
                <a:latin typeface="Barlow Condensed SemiBold"/>
                <a:ea typeface="Barlow Condensed SemiBold"/>
                <a:cs typeface="Barlow Condensed SemiBold"/>
                <a:sym typeface="Barlow Condensed SemiBold"/>
              </a:rPr>
              <a:t>Baseline</a:t>
            </a:r>
            <a:endParaRPr b="0" sz="3200">
              <a:latin typeface="Barlow Condensed SemiBold"/>
              <a:ea typeface="Barlow Condensed SemiBold"/>
              <a:cs typeface="Barlow Condensed SemiBold"/>
              <a:sym typeface="Barlow Condensed SemiBold"/>
            </a:endParaRPr>
          </a:p>
        </p:txBody>
      </p:sp>
      <p:sp>
        <p:nvSpPr>
          <p:cNvPr id="285" name="Google Shape;285;p26"/>
          <p:cNvSpPr txBox="1"/>
          <p:nvPr>
            <p:ph type="title"/>
          </p:nvPr>
        </p:nvSpPr>
        <p:spPr>
          <a:xfrm>
            <a:off x="4676712" y="1330025"/>
            <a:ext cx="2252400" cy="89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chemeClr val="dk1"/>
              </a:buClr>
              <a:buSzPct val="100000"/>
              <a:buFont typeface="Barlow Condensed"/>
              <a:buNone/>
            </a:pPr>
            <a:r>
              <a:rPr b="0" lang="en-US">
                <a:latin typeface="Barlow Condensed SemiBold"/>
                <a:ea typeface="Barlow Condensed SemiBold"/>
                <a:cs typeface="Barlow Condensed SemiBold"/>
                <a:sym typeface="Barlow Condensed SemiBold"/>
              </a:rPr>
              <a:t>Orchestrated Pipelines</a:t>
            </a:r>
            <a:endParaRPr b="0">
              <a:latin typeface="Barlow Condensed SemiBold"/>
              <a:ea typeface="Barlow Condensed SemiBold"/>
              <a:cs typeface="Barlow Condensed SemiBold"/>
              <a:sym typeface="Barlow Condensed SemiBold"/>
            </a:endParaRPr>
          </a:p>
        </p:txBody>
      </p:sp>
      <p:sp>
        <p:nvSpPr>
          <p:cNvPr id="286" name="Google Shape;286;p26"/>
          <p:cNvSpPr txBox="1"/>
          <p:nvPr>
            <p:ph type="title"/>
          </p:nvPr>
        </p:nvSpPr>
        <p:spPr>
          <a:xfrm>
            <a:off x="8930373" y="1330025"/>
            <a:ext cx="3069900" cy="89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chemeClr val="dk1"/>
              </a:buClr>
              <a:buSzPct val="100000"/>
              <a:buFont typeface="Barlow Condensed"/>
              <a:buNone/>
            </a:pPr>
            <a:r>
              <a:rPr b="0" lang="en-US">
                <a:latin typeface="Barlow Condensed SemiBold"/>
                <a:ea typeface="Barlow Condensed SemiBold"/>
                <a:cs typeface="Barlow Condensed SemiBold"/>
                <a:sym typeface="Barlow Condensed SemiBold"/>
              </a:rPr>
              <a:t>Closed-Loop state-of-the-art</a:t>
            </a:r>
            <a:endParaRPr b="0">
              <a:latin typeface="Barlow Condensed SemiBold"/>
              <a:ea typeface="Barlow Condensed SemiBold"/>
              <a:cs typeface="Barlow Condensed SemiBold"/>
              <a:sym typeface="Barlow Condensed SemiBold"/>
            </a:endParaRPr>
          </a:p>
        </p:txBody>
      </p:sp>
      <p:pic>
        <p:nvPicPr>
          <p:cNvPr id="287" name="Google Shape;287;p26" title="Screenshot 2026-03-30 at 7.37.42 PM.png"/>
          <p:cNvPicPr preferRelativeResize="0"/>
          <p:nvPr/>
        </p:nvPicPr>
        <p:blipFill>
          <a:blip r:embed="rId3">
            <a:alphaModFix/>
          </a:blip>
          <a:stretch>
            <a:fillRect/>
          </a:stretch>
        </p:blipFill>
        <p:spPr>
          <a:xfrm>
            <a:off x="259875" y="2920888"/>
            <a:ext cx="2476500" cy="857250"/>
          </a:xfrm>
          <a:prstGeom prst="rect">
            <a:avLst/>
          </a:prstGeom>
          <a:noFill/>
          <a:ln>
            <a:noFill/>
          </a:ln>
        </p:spPr>
      </p:pic>
      <p:pic>
        <p:nvPicPr>
          <p:cNvPr id="288" name="Google Shape;288;p26" title="Screenshot 2026-03-30 at 7.37.56 PM.png"/>
          <p:cNvPicPr preferRelativeResize="0"/>
          <p:nvPr/>
        </p:nvPicPr>
        <p:blipFill>
          <a:blip r:embed="rId4">
            <a:alphaModFix/>
          </a:blip>
          <a:stretch>
            <a:fillRect/>
          </a:stretch>
        </p:blipFill>
        <p:spPr>
          <a:xfrm>
            <a:off x="4070700" y="2920888"/>
            <a:ext cx="3028950" cy="857250"/>
          </a:xfrm>
          <a:prstGeom prst="rect">
            <a:avLst/>
          </a:prstGeom>
          <a:noFill/>
          <a:ln>
            <a:noFill/>
          </a:ln>
        </p:spPr>
      </p:pic>
      <p:sp>
        <p:nvSpPr>
          <p:cNvPr id="289" name="Google Shape;289;p26"/>
          <p:cNvSpPr txBox="1"/>
          <p:nvPr/>
        </p:nvSpPr>
        <p:spPr>
          <a:xfrm>
            <a:off x="240025" y="4473225"/>
            <a:ext cx="2379900" cy="10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chemeClr val="dk1"/>
                </a:solidFill>
              </a:rPr>
              <a:t>Single LLM zero-shot prompts (early GPT-3). Low functional correctness</a:t>
            </a:r>
            <a:endParaRPr sz="1500">
              <a:solidFill>
                <a:schemeClr val="dk1"/>
              </a:solidFill>
            </a:endParaRPr>
          </a:p>
        </p:txBody>
      </p:sp>
      <p:pic>
        <p:nvPicPr>
          <p:cNvPr id="290" name="Google Shape;290;p26" title="Screenshot 2026-03-30 at 7.40.30 PM.png"/>
          <p:cNvPicPr preferRelativeResize="0"/>
          <p:nvPr/>
        </p:nvPicPr>
        <p:blipFill>
          <a:blip r:embed="rId5">
            <a:alphaModFix/>
          </a:blip>
          <a:stretch>
            <a:fillRect/>
          </a:stretch>
        </p:blipFill>
        <p:spPr>
          <a:xfrm>
            <a:off x="8983463" y="2229975"/>
            <a:ext cx="2384715" cy="2239084"/>
          </a:xfrm>
          <a:prstGeom prst="rect">
            <a:avLst/>
          </a:prstGeom>
          <a:noFill/>
          <a:ln>
            <a:noFill/>
          </a:ln>
        </p:spPr>
      </p:pic>
      <p:sp>
        <p:nvSpPr>
          <p:cNvPr id="291" name="Google Shape;291;p26"/>
          <p:cNvSpPr txBox="1"/>
          <p:nvPr/>
        </p:nvSpPr>
        <p:spPr>
          <a:xfrm>
            <a:off x="4612950" y="4473225"/>
            <a:ext cx="2379900" cy="10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chemeClr val="dk1"/>
                </a:solidFill>
              </a:rPr>
              <a:t>Frameworks like MetaGPT and AutoGen formalize roles to prevent cascading errors</a:t>
            </a:r>
            <a:endParaRPr sz="1500">
              <a:solidFill>
                <a:schemeClr val="dk1"/>
              </a:solidFill>
            </a:endParaRPr>
          </a:p>
        </p:txBody>
      </p:sp>
      <p:sp>
        <p:nvSpPr>
          <p:cNvPr id="292" name="Google Shape;292;p26"/>
          <p:cNvSpPr txBox="1"/>
          <p:nvPr/>
        </p:nvSpPr>
        <p:spPr>
          <a:xfrm>
            <a:off x="8985875" y="4473225"/>
            <a:ext cx="2379900" cy="10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chemeClr val="dk1"/>
                </a:solidFill>
              </a:rPr>
              <a:t>Reflexion, AgentCoder, MapCoder. Iterative testing maximizes pass rates</a:t>
            </a:r>
            <a:endParaRPr sz="1500">
              <a:solidFill>
                <a:schemeClr val="dk1"/>
              </a:solidFill>
            </a:endParaRPr>
          </a:p>
        </p:txBody>
      </p:sp>
      <p:sp>
        <p:nvSpPr>
          <p:cNvPr id="293" name="Google Shape;293;p26"/>
          <p:cNvSpPr txBox="1"/>
          <p:nvPr/>
        </p:nvSpPr>
        <p:spPr>
          <a:xfrm>
            <a:off x="259838" y="5811250"/>
            <a:ext cx="11569800" cy="857100"/>
          </a:xfrm>
          <a:prstGeom prst="rect">
            <a:avLst/>
          </a:prstGeom>
          <a:solidFill>
            <a:srgbClr val="EAD1D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Barlow Condensed"/>
                <a:ea typeface="Barlow Condensed"/>
                <a:cs typeface="Barlow Condensed"/>
                <a:sym typeface="Barlow Condensed"/>
              </a:rPr>
              <a:t>Gap</a:t>
            </a:r>
            <a:r>
              <a:rPr lang="en-US" sz="2400">
                <a:solidFill>
                  <a:schemeClr val="dk1"/>
                </a:solidFill>
                <a:latin typeface="Barlow Condensed"/>
                <a:ea typeface="Barlow Condensed"/>
                <a:cs typeface="Barlow Condensed"/>
                <a:sym typeface="Barlow Condensed"/>
              </a:rPr>
              <a:t>: Current state-of-the-art evaluates systems as holistic black box. → We lack isolated, controlled analysis of how the Interaction Topology itself drives performance and token economics</a:t>
            </a:r>
            <a:endParaRPr sz="2400">
              <a:solidFill>
                <a:schemeClr val="dk1"/>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Overview: Our Approach</a:t>
            </a:r>
            <a:endParaRPr/>
          </a:p>
        </p:txBody>
      </p:sp>
      <p:sp>
        <p:nvSpPr>
          <p:cNvPr id="299" name="Google Shape;299;p27"/>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00" name="Google Shape;300;p27"/>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pic>
        <p:nvPicPr>
          <p:cNvPr id="301" name="Google Shape;301;p27" title="Screenshot 2026-03-30 at 7.53.30 PM.png"/>
          <p:cNvPicPr preferRelativeResize="0"/>
          <p:nvPr/>
        </p:nvPicPr>
        <p:blipFill>
          <a:blip r:embed="rId3">
            <a:alphaModFix/>
          </a:blip>
          <a:stretch>
            <a:fillRect/>
          </a:stretch>
        </p:blipFill>
        <p:spPr>
          <a:xfrm>
            <a:off x="1125100" y="1657533"/>
            <a:ext cx="9839325" cy="3829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Game Theory Formulation</a:t>
            </a:r>
            <a:endParaRPr/>
          </a:p>
        </p:txBody>
      </p:sp>
      <p:sp>
        <p:nvSpPr>
          <p:cNvPr id="307" name="Google Shape;307;p28"/>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08" name="Google Shape;308;p28"/>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09" name="Google Shape;309;p28"/>
          <p:cNvSpPr txBox="1"/>
          <p:nvPr/>
        </p:nvSpPr>
        <p:spPr>
          <a:xfrm>
            <a:off x="6442841" y="5252056"/>
            <a:ext cx="5080256" cy="301703"/>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0" i="0" lang="en-US" sz="900" u="none" cap="none" strike="noStrike">
                <a:solidFill>
                  <a:schemeClr val="lt1"/>
                </a:solidFill>
                <a:latin typeface="Verdana"/>
                <a:ea typeface="Verdana"/>
                <a:cs typeface="Verdana"/>
                <a:sym typeface="Verdana"/>
              </a:rPr>
              <a:t>Photo credit: @bruce.digital</a:t>
            </a:r>
            <a:endParaRPr b="0" i="0" sz="900" u="none" cap="none" strike="noStrike">
              <a:solidFill>
                <a:schemeClr val="lt1"/>
              </a:solidFill>
              <a:latin typeface="Verdana"/>
              <a:ea typeface="Verdana"/>
              <a:cs typeface="Verdana"/>
              <a:sym typeface="Verdana"/>
            </a:endParaRPr>
          </a:p>
        </p:txBody>
      </p:sp>
      <p:sp>
        <p:nvSpPr>
          <p:cNvPr id="310" name="Google Shape;310;p28"/>
          <p:cNvSpPr txBox="1"/>
          <p:nvPr>
            <p:ph idx="11" type="ftr"/>
          </p:nvPr>
        </p:nvSpPr>
        <p:spPr>
          <a:xfrm>
            <a:off x="259868" y="1216650"/>
            <a:ext cx="10545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1900">
                <a:latin typeface="Barlow Condensed"/>
                <a:ea typeface="Barlow Condensed"/>
                <a:cs typeface="Barlow Condensed"/>
                <a:sym typeface="Barlow Condensed"/>
              </a:rPr>
              <a:t>Analyzing multi-agent coding as a cooperative game where completion is a shared payoff    </a:t>
            </a:r>
            <a:endParaRPr sz="1900">
              <a:latin typeface="Barlow Condensed"/>
              <a:ea typeface="Barlow Condensed"/>
              <a:cs typeface="Barlow Condensed"/>
              <a:sym typeface="Barlow Condensed"/>
            </a:endParaRPr>
          </a:p>
        </p:txBody>
      </p:sp>
      <p:pic>
        <p:nvPicPr>
          <p:cNvPr id="311" name="Google Shape;311;p28" title="Screenshot 2026-03-30 at 7.57.51 PM.png"/>
          <p:cNvPicPr preferRelativeResize="0"/>
          <p:nvPr/>
        </p:nvPicPr>
        <p:blipFill rotWithShape="1">
          <a:blip r:embed="rId3">
            <a:alphaModFix/>
          </a:blip>
          <a:srcRect b="0" l="2780" r="0" t="6472"/>
          <a:stretch/>
        </p:blipFill>
        <p:spPr>
          <a:xfrm>
            <a:off x="1189788" y="2220263"/>
            <a:ext cx="8685774" cy="3224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9"/>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Operational Framework: Agent Roles and Effort Constraints</a:t>
            </a:r>
            <a:endParaRPr/>
          </a:p>
        </p:txBody>
      </p:sp>
      <p:sp>
        <p:nvSpPr>
          <p:cNvPr id="317" name="Google Shape;317;p29"/>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18" name="Google Shape;318;p29"/>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19" name="Google Shape;319;p29"/>
          <p:cNvSpPr/>
          <p:nvPr/>
        </p:nvSpPr>
        <p:spPr>
          <a:xfrm>
            <a:off x="804526" y="1717625"/>
            <a:ext cx="2071800" cy="3048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a:solidFill>
                  <a:schemeClr val="dk1"/>
                </a:solidFill>
                <a:latin typeface="Verdana"/>
                <a:ea typeface="Verdana"/>
                <a:cs typeface="Verdana"/>
                <a:sym typeface="Verdana"/>
              </a:rPr>
              <a:t>The Agent Nodes</a:t>
            </a:r>
            <a:endParaRPr b="1" sz="1600"/>
          </a:p>
        </p:txBody>
      </p:sp>
      <p:pic>
        <p:nvPicPr>
          <p:cNvPr id="320" name="Google Shape;320;p29" title="Screenshot 2026-03-30 at 8.00.40 PM.png"/>
          <p:cNvPicPr preferRelativeResize="0"/>
          <p:nvPr/>
        </p:nvPicPr>
        <p:blipFill>
          <a:blip r:embed="rId3">
            <a:alphaModFix/>
          </a:blip>
          <a:stretch>
            <a:fillRect/>
          </a:stretch>
        </p:blipFill>
        <p:spPr>
          <a:xfrm>
            <a:off x="659450" y="2337000"/>
            <a:ext cx="4281326" cy="3138425"/>
          </a:xfrm>
          <a:prstGeom prst="rect">
            <a:avLst/>
          </a:prstGeom>
          <a:noFill/>
          <a:ln>
            <a:noFill/>
          </a:ln>
        </p:spPr>
      </p:pic>
      <p:sp>
        <p:nvSpPr>
          <p:cNvPr id="321" name="Google Shape;321;p29"/>
          <p:cNvSpPr/>
          <p:nvPr/>
        </p:nvSpPr>
        <p:spPr>
          <a:xfrm>
            <a:off x="6366738" y="1717625"/>
            <a:ext cx="2071800" cy="3048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a:solidFill>
                  <a:schemeClr val="dk1"/>
                </a:solidFill>
                <a:latin typeface="Verdana"/>
                <a:ea typeface="Verdana"/>
                <a:cs typeface="Verdana"/>
                <a:sym typeface="Verdana"/>
              </a:rPr>
              <a:t>Effort (e ∈ {0, 1})</a:t>
            </a:r>
            <a:endParaRPr b="1" sz="1600"/>
          </a:p>
        </p:txBody>
      </p:sp>
      <p:pic>
        <p:nvPicPr>
          <p:cNvPr id="322" name="Google Shape;322;p29" title="Screenshot 2026-03-30 at 8.02.54 PM.png"/>
          <p:cNvPicPr preferRelativeResize="0"/>
          <p:nvPr/>
        </p:nvPicPr>
        <p:blipFill>
          <a:blip r:embed="rId4">
            <a:alphaModFix/>
          </a:blip>
          <a:stretch>
            <a:fillRect/>
          </a:stretch>
        </p:blipFill>
        <p:spPr>
          <a:xfrm>
            <a:off x="6220752" y="2410024"/>
            <a:ext cx="4116925" cy="3239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0"/>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Graph Topologies Overview</a:t>
            </a:r>
            <a:endParaRPr/>
          </a:p>
        </p:txBody>
      </p:sp>
      <p:sp>
        <p:nvSpPr>
          <p:cNvPr id="328" name="Google Shape;328;p30"/>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29" name="Google Shape;329;p30"/>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30" name="Google Shape;330;p30"/>
          <p:cNvSpPr txBox="1"/>
          <p:nvPr/>
        </p:nvSpPr>
        <p:spPr>
          <a:xfrm>
            <a:off x="6442841" y="5252056"/>
            <a:ext cx="5080200" cy="30180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0" i="0" lang="en-US" sz="900" u="none" cap="none" strike="noStrike">
                <a:solidFill>
                  <a:schemeClr val="lt1"/>
                </a:solidFill>
                <a:latin typeface="Verdana"/>
                <a:ea typeface="Verdana"/>
                <a:cs typeface="Verdana"/>
                <a:sym typeface="Verdana"/>
              </a:rPr>
              <a:t>Photo credit: @bruce.digital</a:t>
            </a:r>
            <a:endParaRPr b="0" i="0" sz="900" u="none" cap="none" strike="noStrike">
              <a:solidFill>
                <a:schemeClr val="lt1"/>
              </a:solidFill>
              <a:latin typeface="Verdana"/>
              <a:ea typeface="Verdana"/>
              <a:cs typeface="Verdana"/>
              <a:sym typeface="Verdana"/>
            </a:endParaRPr>
          </a:p>
        </p:txBody>
      </p:sp>
      <p:pic>
        <p:nvPicPr>
          <p:cNvPr descr="graph_structure-1.png" id="331" name="Google Shape;331;p30"/>
          <p:cNvPicPr preferRelativeResize="0"/>
          <p:nvPr/>
        </p:nvPicPr>
        <p:blipFill>
          <a:blip r:embed="rId3">
            <a:alphaModFix/>
          </a:blip>
          <a:stretch>
            <a:fillRect/>
          </a:stretch>
        </p:blipFill>
        <p:spPr>
          <a:xfrm>
            <a:off x="143613" y="1627750"/>
            <a:ext cx="870750" cy="1922225"/>
          </a:xfrm>
          <a:prstGeom prst="rect">
            <a:avLst/>
          </a:prstGeom>
          <a:noFill/>
          <a:ln>
            <a:noFill/>
          </a:ln>
        </p:spPr>
      </p:pic>
      <p:pic>
        <p:nvPicPr>
          <p:cNvPr descr="graph_structure-2.png" id="332" name="Google Shape;332;p30"/>
          <p:cNvPicPr preferRelativeResize="0"/>
          <p:nvPr/>
        </p:nvPicPr>
        <p:blipFill>
          <a:blip r:embed="rId4">
            <a:alphaModFix/>
          </a:blip>
          <a:stretch>
            <a:fillRect/>
          </a:stretch>
        </p:blipFill>
        <p:spPr>
          <a:xfrm>
            <a:off x="1124838" y="1630625"/>
            <a:ext cx="967150" cy="4544737"/>
          </a:xfrm>
          <a:prstGeom prst="rect">
            <a:avLst/>
          </a:prstGeom>
          <a:noFill/>
          <a:ln>
            <a:noFill/>
          </a:ln>
        </p:spPr>
      </p:pic>
      <p:pic>
        <p:nvPicPr>
          <p:cNvPr descr="graph_structure-3.png" id="333" name="Google Shape;333;p30"/>
          <p:cNvPicPr preferRelativeResize="0"/>
          <p:nvPr/>
        </p:nvPicPr>
        <p:blipFill>
          <a:blip r:embed="rId5">
            <a:alphaModFix/>
          </a:blip>
          <a:stretch>
            <a:fillRect/>
          </a:stretch>
        </p:blipFill>
        <p:spPr>
          <a:xfrm>
            <a:off x="2305725" y="1646646"/>
            <a:ext cx="870750" cy="3548717"/>
          </a:xfrm>
          <a:prstGeom prst="rect">
            <a:avLst/>
          </a:prstGeom>
          <a:noFill/>
          <a:ln>
            <a:noFill/>
          </a:ln>
        </p:spPr>
      </p:pic>
      <p:pic>
        <p:nvPicPr>
          <p:cNvPr descr="graph_structure-4.png" id="334" name="Google Shape;334;p30"/>
          <p:cNvPicPr preferRelativeResize="0"/>
          <p:nvPr/>
        </p:nvPicPr>
        <p:blipFill>
          <a:blip r:embed="rId6">
            <a:alphaModFix/>
          </a:blip>
          <a:stretch>
            <a:fillRect/>
          </a:stretch>
        </p:blipFill>
        <p:spPr>
          <a:xfrm>
            <a:off x="3264512" y="1689175"/>
            <a:ext cx="2089675" cy="3751350"/>
          </a:xfrm>
          <a:prstGeom prst="rect">
            <a:avLst/>
          </a:prstGeom>
          <a:noFill/>
          <a:ln>
            <a:noFill/>
          </a:ln>
        </p:spPr>
      </p:pic>
      <p:pic>
        <p:nvPicPr>
          <p:cNvPr descr="graph_structure-5.png" id="335" name="Google Shape;335;p30"/>
          <p:cNvPicPr preferRelativeResize="0"/>
          <p:nvPr/>
        </p:nvPicPr>
        <p:blipFill>
          <a:blip r:embed="rId7">
            <a:alphaModFix/>
          </a:blip>
          <a:stretch>
            <a:fillRect/>
          </a:stretch>
        </p:blipFill>
        <p:spPr>
          <a:xfrm>
            <a:off x="5563075" y="1596024"/>
            <a:ext cx="1312050" cy="4613925"/>
          </a:xfrm>
          <a:prstGeom prst="rect">
            <a:avLst/>
          </a:prstGeom>
          <a:noFill/>
          <a:ln>
            <a:noFill/>
          </a:ln>
        </p:spPr>
      </p:pic>
      <p:pic>
        <p:nvPicPr>
          <p:cNvPr descr="graph_structure-6.png" id="336" name="Google Shape;336;p30"/>
          <p:cNvPicPr preferRelativeResize="0"/>
          <p:nvPr/>
        </p:nvPicPr>
        <p:blipFill>
          <a:blip r:embed="rId8">
            <a:alphaModFix/>
          </a:blip>
          <a:stretch>
            <a:fillRect/>
          </a:stretch>
        </p:blipFill>
        <p:spPr>
          <a:xfrm>
            <a:off x="6980388" y="1646659"/>
            <a:ext cx="2864975" cy="4111590"/>
          </a:xfrm>
          <a:prstGeom prst="rect">
            <a:avLst/>
          </a:prstGeom>
          <a:noFill/>
          <a:ln>
            <a:noFill/>
          </a:ln>
        </p:spPr>
      </p:pic>
      <p:pic>
        <p:nvPicPr>
          <p:cNvPr descr="graph_structure-7.png" id="337" name="Google Shape;337;p30"/>
          <p:cNvPicPr preferRelativeResize="0"/>
          <p:nvPr/>
        </p:nvPicPr>
        <p:blipFill>
          <a:blip r:embed="rId9">
            <a:alphaModFix/>
          </a:blip>
          <a:stretch>
            <a:fillRect/>
          </a:stretch>
        </p:blipFill>
        <p:spPr>
          <a:xfrm>
            <a:off x="9950625" y="1646657"/>
            <a:ext cx="870750" cy="4688655"/>
          </a:xfrm>
          <a:prstGeom prst="rect">
            <a:avLst/>
          </a:prstGeom>
          <a:noFill/>
          <a:ln>
            <a:noFill/>
          </a:ln>
        </p:spPr>
      </p:pic>
      <p:pic>
        <p:nvPicPr>
          <p:cNvPr descr="graph_structure-8.png" id="338" name="Google Shape;338;p30"/>
          <p:cNvPicPr preferRelativeResize="0"/>
          <p:nvPr/>
        </p:nvPicPr>
        <p:blipFill>
          <a:blip r:embed="rId10">
            <a:alphaModFix/>
          </a:blip>
          <a:stretch>
            <a:fillRect/>
          </a:stretch>
        </p:blipFill>
        <p:spPr>
          <a:xfrm>
            <a:off x="11081338" y="1648217"/>
            <a:ext cx="967150" cy="4108457"/>
          </a:xfrm>
          <a:prstGeom prst="rect">
            <a:avLst/>
          </a:prstGeom>
          <a:noFill/>
          <a:ln>
            <a:noFill/>
          </a:ln>
        </p:spPr>
      </p:pic>
      <p:sp>
        <p:nvSpPr>
          <p:cNvPr id="339" name="Google Shape;339;p30"/>
          <p:cNvSpPr txBox="1"/>
          <p:nvPr/>
        </p:nvSpPr>
        <p:spPr>
          <a:xfrm>
            <a:off x="319250" y="1263750"/>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G0</a:t>
            </a:r>
            <a:endParaRPr sz="1600">
              <a:solidFill>
                <a:schemeClr val="dk1"/>
              </a:solidFill>
              <a:latin typeface="Georgia"/>
              <a:ea typeface="Georgia"/>
              <a:cs typeface="Georgia"/>
              <a:sym typeface="Georgia"/>
            </a:endParaRPr>
          </a:p>
        </p:txBody>
      </p:sp>
      <p:sp>
        <p:nvSpPr>
          <p:cNvPr id="340" name="Google Shape;340;p30"/>
          <p:cNvSpPr txBox="1"/>
          <p:nvPr/>
        </p:nvSpPr>
        <p:spPr>
          <a:xfrm>
            <a:off x="1320425"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G1</a:t>
            </a:r>
            <a:endParaRPr sz="1600">
              <a:solidFill>
                <a:schemeClr val="dk1"/>
              </a:solidFill>
              <a:latin typeface="Georgia"/>
              <a:ea typeface="Georgia"/>
              <a:cs typeface="Georgia"/>
              <a:sym typeface="Georgia"/>
            </a:endParaRPr>
          </a:p>
        </p:txBody>
      </p:sp>
      <p:sp>
        <p:nvSpPr>
          <p:cNvPr id="341" name="Google Shape;341;p30"/>
          <p:cNvSpPr txBox="1"/>
          <p:nvPr/>
        </p:nvSpPr>
        <p:spPr>
          <a:xfrm>
            <a:off x="2525625"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G2</a:t>
            </a:r>
            <a:endParaRPr sz="1600">
              <a:solidFill>
                <a:schemeClr val="dk1"/>
              </a:solidFill>
              <a:latin typeface="Georgia"/>
              <a:ea typeface="Georgia"/>
              <a:cs typeface="Georgia"/>
              <a:sym typeface="Georgia"/>
            </a:endParaRPr>
          </a:p>
        </p:txBody>
      </p:sp>
      <p:sp>
        <p:nvSpPr>
          <p:cNvPr id="342" name="Google Shape;342;p30"/>
          <p:cNvSpPr txBox="1"/>
          <p:nvPr/>
        </p:nvSpPr>
        <p:spPr>
          <a:xfrm>
            <a:off x="3961813"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G2.5</a:t>
            </a:r>
            <a:endParaRPr sz="1600">
              <a:solidFill>
                <a:schemeClr val="dk1"/>
              </a:solidFill>
              <a:latin typeface="Georgia"/>
              <a:ea typeface="Georgia"/>
              <a:cs typeface="Georgia"/>
              <a:sym typeface="Georgia"/>
            </a:endParaRPr>
          </a:p>
        </p:txBody>
      </p:sp>
      <p:sp>
        <p:nvSpPr>
          <p:cNvPr id="343" name="Google Shape;343;p30"/>
          <p:cNvSpPr txBox="1"/>
          <p:nvPr/>
        </p:nvSpPr>
        <p:spPr>
          <a:xfrm>
            <a:off x="6180025"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G3</a:t>
            </a:r>
            <a:endParaRPr sz="1600">
              <a:solidFill>
                <a:schemeClr val="dk1"/>
              </a:solidFill>
              <a:latin typeface="Georgia"/>
              <a:ea typeface="Georgia"/>
              <a:cs typeface="Georgia"/>
              <a:sym typeface="Georgia"/>
            </a:endParaRPr>
          </a:p>
        </p:txBody>
      </p:sp>
      <p:sp>
        <p:nvSpPr>
          <p:cNvPr id="344" name="Google Shape;344;p30"/>
          <p:cNvSpPr txBox="1"/>
          <p:nvPr/>
        </p:nvSpPr>
        <p:spPr>
          <a:xfrm>
            <a:off x="8139725"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G4</a:t>
            </a:r>
            <a:endParaRPr sz="1600">
              <a:solidFill>
                <a:schemeClr val="dk1"/>
              </a:solidFill>
              <a:latin typeface="Georgia"/>
              <a:ea typeface="Georgia"/>
              <a:cs typeface="Georgia"/>
              <a:sym typeface="Georgia"/>
            </a:endParaRPr>
          </a:p>
        </p:txBody>
      </p:sp>
      <p:sp>
        <p:nvSpPr>
          <p:cNvPr id="345" name="Google Shape;345;p30"/>
          <p:cNvSpPr txBox="1"/>
          <p:nvPr/>
        </p:nvSpPr>
        <p:spPr>
          <a:xfrm>
            <a:off x="10099425" y="1263738"/>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G5</a:t>
            </a:r>
            <a:endParaRPr sz="1600">
              <a:solidFill>
                <a:schemeClr val="dk1"/>
              </a:solidFill>
              <a:latin typeface="Georgia"/>
              <a:ea typeface="Georgia"/>
              <a:cs typeface="Georgia"/>
              <a:sym typeface="Georgia"/>
            </a:endParaRPr>
          </a:p>
        </p:txBody>
      </p:sp>
      <p:sp>
        <p:nvSpPr>
          <p:cNvPr id="346" name="Google Shape;346;p30"/>
          <p:cNvSpPr txBox="1"/>
          <p:nvPr/>
        </p:nvSpPr>
        <p:spPr>
          <a:xfrm>
            <a:off x="11291800" y="1263750"/>
            <a:ext cx="695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eorgia"/>
                <a:ea typeface="Georgia"/>
                <a:cs typeface="Georgia"/>
                <a:sym typeface="Georgia"/>
              </a:rPr>
              <a:t>G6</a:t>
            </a:r>
            <a:endParaRPr sz="1600">
              <a:solidFill>
                <a:schemeClr val="dk1"/>
              </a:solidFill>
              <a:latin typeface="Georgia"/>
              <a:ea typeface="Georgia"/>
              <a:cs typeface="Georgia"/>
              <a:sym typeface="Georg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1"/>
          <p:cNvSpPr txBox="1"/>
          <p:nvPr>
            <p:ph type="title"/>
          </p:nvPr>
        </p:nvSpPr>
        <p:spPr>
          <a:xfrm>
            <a:off x="311158" y="565533"/>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Implementation</a:t>
            </a:r>
            <a:endParaRPr/>
          </a:p>
        </p:txBody>
      </p:sp>
      <p:sp>
        <p:nvSpPr>
          <p:cNvPr id="352" name="Google Shape;352;p31"/>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53" name="Google Shape;353;p31"/>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54" name="Google Shape;354;p31"/>
          <p:cNvSpPr txBox="1"/>
          <p:nvPr/>
        </p:nvSpPr>
        <p:spPr>
          <a:xfrm>
            <a:off x="6361766" y="5115406"/>
            <a:ext cx="5080200" cy="30180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0" i="0" lang="en-US" sz="900" u="none" cap="none" strike="noStrike">
                <a:solidFill>
                  <a:schemeClr val="lt1"/>
                </a:solidFill>
                <a:latin typeface="Verdana"/>
                <a:ea typeface="Verdana"/>
                <a:cs typeface="Verdana"/>
                <a:sym typeface="Verdana"/>
              </a:rPr>
              <a:t>Photo credit: @bruce.digital</a:t>
            </a:r>
            <a:endParaRPr b="0" i="0" sz="900" u="none" cap="none" strike="noStrike">
              <a:solidFill>
                <a:schemeClr val="lt1"/>
              </a:solidFill>
              <a:latin typeface="Verdana"/>
              <a:ea typeface="Verdana"/>
              <a:cs typeface="Verdana"/>
              <a:sym typeface="Verdana"/>
            </a:endParaRPr>
          </a:p>
        </p:txBody>
      </p:sp>
      <p:sp>
        <p:nvSpPr>
          <p:cNvPr id="355" name="Google Shape;355;p31"/>
          <p:cNvSpPr txBox="1"/>
          <p:nvPr>
            <p:ph type="title"/>
          </p:nvPr>
        </p:nvSpPr>
        <p:spPr>
          <a:xfrm>
            <a:off x="6361774" y="1850425"/>
            <a:ext cx="2149200" cy="89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chemeClr val="dk1"/>
              </a:buClr>
              <a:buSzPct val="112500"/>
              <a:buFont typeface="Barlow Condensed"/>
              <a:buNone/>
            </a:pPr>
            <a:r>
              <a:rPr b="0" lang="en-US" sz="3200">
                <a:latin typeface="Barlow Condensed SemiBold"/>
                <a:ea typeface="Barlow Condensed SemiBold"/>
                <a:cs typeface="Barlow Condensed SemiBold"/>
                <a:sym typeface="Barlow Condensed SemiBold"/>
              </a:rPr>
              <a:t>Orchestration</a:t>
            </a:r>
            <a:endParaRPr b="0" sz="3200">
              <a:latin typeface="Barlow Condensed SemiBold"/>
              <a:ea typeface="Barlow Condensed SemiBold"/>
              <a:cs typeface="Barlow Condensed SemiBold"/>
              <a:sym typeface="Barlow Condensed SemiBold"/>
            </a:endParaRPr>
          </a:p>
        </p:txBody>
      </p:sp>
      <p:sp>
        <p:nvSpPr>
          <p:cNvPr id="356" name="Google Shape;356;p31"/>
          <p:cNvSpPr txBox="1"/>
          <p:nvPr>
            <p:ph idx="4294967295" type="body"/>
          </p:nvPr>
        </p:nvSpPr>
        <p:spPr>
          <a:xfrm>
            <a:off x="6096000" y="2516450"/>
            <a:ext cx="5652600" cy="3183000"/>
          </a:xfrm>
          <a:prstGeom prst="rect">
            <a:avLst/>
          </a:prstGeom>
          <a:noFill/>
          <a:ln>
            <a:noFill/>
          </a:ln>
        </p:spPr>
        <p:txBody>
          <a:bodyPr anchorCtr="0" anchor="ctr" bIns="45700" lIns="91425" spcFirstLastPara="1" rIns="91425" wrap="square" tIns="45700">
            <a:normAutofit/>
          </a:bodyPr>
          <a:lstStyle/>
          <a:p>
            <a:pPr indent="-288925" lvl="0" marL="288925" rtl="0" algn="l">
              <a:lnSpc>
                <a:spcPct val="100000"/>
              </a:lnSpc>
              <a:spcBef>
                <a:spcPts val="1600"/>
              </a:spcBef>
              <a:spcAft>
                <a:spcPts val="0"/>
              </a:spcAft>
              <a:buSzPts val="2040"/>
              <a:buFont typeface="Noto Sans Symbols"/>
              <a:buChar char="▪"/>
            </a:pPr>
            <a:r>
              <a:rPr lang="en-US"/>
              <a:t>Graph Topologies implemented using LangGraph. These topologies define how information flows between specialized agent nodes</a:t>
            </a:r>
            <a:endParaRPr/>
          </a:p>
          <a:p>
            <a:pPr indent="-288925" lvl="0" marL="288925" rtl="0" algn="l">
              <a:lnSpc>
                <a:spcPct val="100000"/>
              </a:lnSpc>
              <a:spcBef>
                <a:spcPts val="1600"/>
              </a:spcBef>
              <a:spcAft>
                <a:spcPts val="0"/>
              </a:spcAft>
              <a:buSzPts val="2040"/>
              <a:buChar char="▪"/>
            </a:pPr>
            <a:r>
              <a:rPr lang="en-US"/>
              <a:t>Token use (penalty) calculated using telemetry callback handlers trace prompt </a:t>
            </a:r>
            <a:endParaRPr/>
          </a:p>
        </p:txBody>
      </p:sp>
      <p:sp>
        <p:nvSpPr>
          <p:cNvPr id="357" name="Google Shape;357;p31"/>
          <p:cNvSpPr txBox="1"/>
          <p:nvPr>
            <p:ph type="title"/>
          </p:nvPr>
        </p:nvSpPr>
        <p:spPr>
          <a:xfrm>
            <a:off x="421124" y="1850425"/>
            <a:ext cx="21492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b="0" lang="en-US" sz="3200">
                <a:latin typeface="Barlow Condensed SemiBold"/>
                <a:ea typeface="Barlow Condensed SemiBold"/>
                <a:cs typeface="Barlow Condensed SemiBold"/>
                <a:sym typeface="Barlow Condensed SemiBold"/>
              </a:rPr>
              <a:t>Dataset</a:t>
            </a:r>
            <a:endParaRPr b="0" sz="3200">
              <a:latin typeface="Barlow Condensed SemiBold"/>
              <a:ea typeface="Barlow Condensed SemiBold"/>
              <a:cs typeface="Barlow Condensed SemiBold"/>
              <a:sym typeface="Barlow Condensed SemiBold"/>
            </a:endParaRPr>
          </a:p>
        </p:txBody>
      </p:sp>
      <p:sp>
        <p:nvSpPr>
          <p:cNvPr id="358" name="Google Shape;358;p31"/>
          <p:cNvSpPr txBox="1"/>
          <p:nvPr>
            <p:ph idx="4294967295" type="body"/>
          </p:nvPr>
        </p:nvSpPr>
        <p:spPr>
          <a:xfrm>
            <a:off x="259875" y="2516450"/>
            <a:ext cx="5652600" cy="1782900"/>
          </a:xfrm>
          <a:prstGeom prst="rect">
            <a:avLst/>
          </a:prstGeom>
          <a:noFill/>
          <a:ln>
            <a:noFill/>
          </a:ln>
        </p:spPr>
        <p:txBody>
          <a:bodyPr anchorCtr="0" anchor="ctr" bIns="45700" lIns="91425" spcFirstLastPara="1" rIns="91425" wrap="square" tIns="45700">
            <a:normAutofit/>
          </a:bodyPr>
          <a:lstStyle/>
          <a:p>
            <a:pPr indent="-288925" lvl="0" marL="288925" rtl="0" algn="l">
              <a:lnSpc>
                <a:spcPct val="100000"/>
              </a:lnSpc>
              <a:spcBef>
                <a:spcPts val="1600"/>
              </a:spcBef>
              <a:spcAft>
                <a:spcPts val="0"/>
              </a:spcAft>
              <a:buSzPts val="2040"/>
              <a:buChar char="▪"/>
            </a:pPr>
            <a:r>
              <a:rPr lang="en-US"/>
              <a:t>50 targeted coding tasks sourced from the MBPP (Mostly Basic Python Problems) Benchmark.</a:t>
            </a:r>
            <a:endParaRPr/>
          </a:p>
        </p:txBody>
      </p:sp>
      <p:sp>
        <p:nvSpPr>
          <p:cNvPr id="359" name="Google Shape;359;p31"/>
          <p:cNvSpPr txBox="1"/>
          <p:nvPr>
            <p:ph type="title"/>
          </p:nvPr>
        </p:nvSpPr>
        <p:spPr>
          <a:xfrm>
            <a:off x="421124" y="4299350"/>
            <a:ext cx="21492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b="0" lang="en-US" sz="3200">
                <a:latin typeface="Barlow Condensed SemiBold"/>
                <a:ea typeface="Barlow Condensed SemiBold"/>
                <a:cs typeface="Barlow Condensed SemiBold"/>
                <a:sym typeface="Barlow Condensed SemiBold"/>
              </a:rPr>
              <a:t>Model</a:t>
            </a:r>
            <a:endParaRPr b="0" sz="3200">
              <a:latin typeface="Barlow Condensed SemiBold"/>
              <a:ea typeface="Barlow Condensed SemiBold"/>
              <a:cs typeface="Barlow Condensed SemiBold"/>
              <a:sym typeface="Barlow Condensed SemiBold"/>
            </a:endParaRPr>
          </a:p>
        </p:txBody>
      </p:sp>
      <p:sp>
        <p:nvSpPr>
          <p:cNvPr id="360" name="Google Shape;360;p31"/>
          <p:cNvSpPr txBox="1"/>
          <p:nvPr>
            <p:ph idx="4294967295" type="body"/>
          </p:nvPr>
        </p:nvSpPr>
        <p:spPr>
          <a:xfrm>
            <a:off x="259875" y="4299350"/>
            <a:ext cx="5652600" cy="1782900"/>
          </a:xfrm>
          <a:prstGeom prst="rect">
            <a:avLst/>
          </a:prstGeom>
          <a:noFill/>
          <a:ln>
            <a:noFill/>
          </a:ln>
        </p:spPr>
        <p:txBody>
          <a:bodyPr anchorCtr="0" anchor="ctr" bIns="45700" lIns="91425" spcFirstLastPara="1" rIns="91425" wrap="square" tIns="45700">
            <a:normAutofit/>
          </a:bodyPr>
          <a:lstStyle/>
          <a:p>
            <a:pPr indent="0" lvl="0" marL="288925" rtl="0" algn="l">
              <a:lnSpc>
                <a:spcPct val="100000"/>
              </a:lnSpc>
              <a:spcBef>
                <a:spcPts val="1600"/>
              </a:spcBef>
              <a:spcAft>
                <a:spcPts val="0"/>
              </a:spcAft>
              <a:buNone/>
            </a:pPr>
            <a:r>
              <a:t/>
            </a:r>
            <a:endParaRPr/>
          </a:p>
          <a:p>
            <a:pPr indent="-288925" lvl="0" marL="288925" rtl="0" algn="l">
              <a:lnSpc>
                <a:spcPct val="100000"/>
              </a:lnSpc>
              <a:spcBef>
                <a:spcPts val="1600"/>
              </a:spcBef>
              <a:spcAft>
                <a:spcPts val="0"/>
              </a:spcAft>
              <a:buSzPts val="2040"/>
              <a:buChar char="▪"/>
            </a:pPr>
            <a:r>
              <a:rPr lang="en-US"/>
              <a:t>GPT-5.4 nano API </a:t>
            </a:r>
            <a:endParaRPr/>
          </a:p>
          <a:p>
            <a:pPr indent="-288925" lvl="0" marL="288925" rtl="0" algn="l">
              <a:lnSpc>
                <a:spcPct val="100000"/>
              </a:lnSpc>
              <a:spcBef>
                <a:spcPts val="1600"/>
              </a:spcBef>
              <a:spcAft>
                <a:spcPts val="0"/>
              </a:spcAft>
              <a:buSzPts val="2040"/>
              <a:buChar char="▪"/>
            </a:pPr>
            <a:r>
              <a:rPr lang="en-US"/>
              <a:t>Qwen2.5-coder-7b local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Evaluation: Nash Equilibrium Test</a:t>
            </a:r>
            <a:endParaRPr/>
          </a:p>
        </p:txBody>
      </p:sp>
      <p:sp>
        <p:nvSpPr>
          <p:cNvPr id="366" name="Google Shape;366;p32"/>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67" name="Google Shape;367;p32"/>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68" name="Google Shape;368;p32"/>
          <p:cNvSpPr txBox="1"/>
          <p:nvPr/>
        </p:nvSpPr>
        <p:spPr>
          <a:xfrm>
            <a:off x="6442841" y="5252056"/>
            <a:ext cx="5080200" cy="30180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0" i="0" lang="en-US" sz="900" u="none" cap="none" strike="noStrike">
                <a:solidFill>
                  <a:schemeClr val="lt1"/>
                </a:solidFill>
                <a:latin typeface="Verdana"/>
                <a:ea typeface="Verdana"/>
                <a:cs typeface="Verdana"/>
                <a:sym typeface="Verdana"/>
              </a:rPr>
              <a:t>Photo credit: @bruce.digital</a:t>
            </a:r>
            <a:endParaRPr b="0" i="0" sz="900" u="none" cap="none" strike="noStrike">
              <a:solidFill>
                <a:schemeClr val="lt1"/>
              </a:solidFill>
              <a:latin typeface="Verdana"/>
              <a:ea typeface="Verdana"/>
              <a:cs typeface="Verdana"/>
              <a:sym typeface="Verdana"/>
            </a:endParaRPr>
          </a:p>
        </p:txBody>
      </p:sp>
      <p:sp>
        <p:nvSpPr>
          <p:cNvPr id="369" name="Google Shape;369;p32"/>
          <p:cNvSpPr txBox="1"/>
          <p:nvPr>
            <p:ph idx="1" type="body"/>
          </p:nvPr>
        </p:nvSpPr>
        <p:spPr>
          <a:xfrm>
            <a:off x="1307525" y="1410975"/>
            <a:ext cx="8656800" cy="638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40"/>
              <a:buNone/>
            </a:pPr>
            <a:r>
              <a:rPr lang="en-US" sz="2700">
                <a:latin typeface="Barlow Condensed"/>
                <a:ea typeface="Barlow Condensed"/>
                <a:cs typeface="Barlow Condensed"/>
                <a:sym typeface="Barlow Condensed"/>
              </a:rPr>
              <a:t>Does the architectural graph topology encourage agents to slack off?</a:t>
            </a:r>
            <a:endParaRPr sz="2700">
              <a:latin typeface="Barlow Condensed"/>
              <a:ea typeface="Barlow Condensed"/>
              <a:cs typeface="Barlow Condensed"/>
              <a:sym typeface="Barlow Condensed"/>
            </a:endParaRPr>
          </a:p>
        </p:txBody>
      </p:sp>
      <p:pic>
        <p:nvPicPr>
          <p:cNvPr id="370" name="Google Shape;370;p32" title="Screenshot 2026-03-30 at 8.57.55 PM.png"/>
          <p:cNvPicPr preferRelativeResize="0"/>
          <p:nvPr/>
        </p:nvPicPr>
        <p:blipFill>
          <a:blip r:embed="rId3">
            <a:alphaModFix/>
          </a:blip>
          <a:stretch>
            <a:fillRect/>
          </a:stretch>
        </p:blipFill>
        <p:spPr>
          <a:xfrm>
            <a:off x="1813663" y="2130150"/>
            <a:ext cx="7381875" cy="1704975"/>
          </a:xfrm>
          <a:prstGeom prst="rect">
            <a:avLst/>
          </a:prstGeom>
          <a:noFill/>
          <a:ln>
            <a:noFill/>
          </a:ln>
        </p:spPr>
      </p:pic>
      <p:pic>
        <p:nvPicPr>
          <p:cNvPr id="371" name="Google Shape;371;p32" title="Screenshot 2026-03-30 at 8.58.28 PM.png"/>
          <p:cNvPicPr preferRelativeResize="0"/>
          <p:nvPr/>
        </p:nvPicPr>
        <p:blipFill>
          <a:blip r:embed="rId4">
            <a:alphaModFix/>
          </a:blip>
          <a:stretch>
            <a:fillRect/>
          </a:stretch>
        </p:blipFill>
        <p:spPr>
          <a:xfrm>
            <a:off x="756450" y="4068725"/>
            <a:ext cx="9496313" cy="2124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3"/>
          <p:cNvSpPr txBox="1"/>
          <p:nvPr>
            <p:ph type="title"/>
          </p:nvPr>
        </p:nvSpPr>
        <p:spPr>
          <a:xfrm>
            <a:off x="259883" y="434108"/>
            <a:ext cx="11569729" cy="895927"/>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Results            GPT-5.4 nano                                   Qwen2.5 coder 7b</a:t>
            </a:r>
            <a:endParaRPr/>
          </a:p>
        </p:txBody>
      </p:sp>
      <p:sp>
        <p:nvSpPr>
          <p:cNvPr id="377" name="Google Shape;377;p33"/>
          <p:cNvSpPr txBox="1"/>
          <p:nvPr>
            <p:ph idx="2" type="body"/>
          </p:nvPr>
        </p:nvSpPr>
        <p:spPr>
          <a:xfrm>
            <a:off x="703388" y="4746950"/>
            <a:ext cx="10682700" cy="1838700"/>
          </a:xfrm>
          <a:prstGeom prst="rect">
            <a:avLst/>
          </a:prstGeom>
          <a:noFill/>
          <a:ln>
            <a:noFill/>
          </a:ln>
        </p:spPr>
        <p:txBody>
          <a:bodyPr anchorCtr="0" anchor="ctr" bIns="45700" lIns="91425" spcFirstLastPara="1" rIns="91425" wrap="square" tIns="45700">
            <a:normAutofit/>
          </a:bodyPr>
          <a:lstStyle/>
          <a:p>
            <a:pPr indent="-282575" lvl="0" marL="288925" rtl="0" algn="l">
              <a:lnSpc>
                <a:spcPct val="100000"/>
              </a:lnSpc>
              <a:spcBef>
                <a:spcPts val="1600"/>
              </a:spcBef>
              <a:spcAft>
                <a:spcPts val="0"/>
              </a:spcAft>
              <a:buSzPts val="1940"/>
              <a:buFont typeface="Noto Sans Symbols"/>
              <a:buChar char="▪"/>
            </a:pPr>
            <a:r>
              <a:rPr lang="en-US" sz="2300"/>
              <a:t>Cyclic topologies (</a:t>
            </a:r>
            <a:r>
              <a:rPr lang="en-US" sz="2300">
                <a:solidFill>
                  <a:srgbClr val="6AA84F"/>
                </a:solidFill>
              </a:rPr>
              <a:t>G2, G3</a:t>
            </a:r>
            <a:r>
              <a:rPr lang="en-US" sz="2300"/>
              <a:t>) vastly outperform other complex parallel graphs (G4, </a:t>
            </a:r>
            <a:r>
              <a:rPr lang="en-US" sz="2300">
                <a:solidFill>
                  <a:srgbClr val="CC0000"/>
                </a:solidFill>
              </a:rPr>
              <a:t>G6</a:t>
            </a:r>
            <a:r>
              <a:rPr lang="en-US" sz="2300"/>
              <a:t>) in both accuracy and token cost</a:t>
            </a:r>
            <a:endParaRPr sz="2300"/>
          </a:p>
        </p:txBody>
      </p:sp>
      <p:sp>
        <p:nvSpPr>
          <p:cNvPr id="378" name="Google Shape;378;p33"/>
          <p:cNvSpPr txBox="1"/>
          <p:nvPr>
            <p:ph idx="11" type="ftr"/>
          </p:nvPr>
        </p:nvSpPr>
        <p:spPr>
          <a:xfrm>
            <a:off x="291819" y="6335309"/>
            <a:ext cx="4829174" cy="2503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79" name="Google Shape;379;p33"/>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pic>
        <p:nvPicPr>
          <p:cNvPr id="380" name="Google Shape;380;p33" title="Screenshot 2026-03-30 at 9.20.18 PM.png"/>
          <p:cNvPicPr preferRelativeResize="0"/>
          <p:nvPr/>
        </p:nvPicPr>
        <p:blipFill>
          <a:blip r:embed="rId3">
            <a:alphaModFix/>
          </a:blip>
          <a:stretch>
            <a:fillRect/>
          </a:stretch>
        </p:blipFill>
        <p:spPr>
          <a:xfrm>
            <a:off x="291825" y="1330035"/>
            <a:ext cx="5569528" cy="3784227"/>
          </a:xfrm>
          <a:prstGeom prst="rect">
            <a:avLst/>
          </a:prstGeom>
          <a:noFill/>
          <a:ln>
            <a:noFill/>
          </a:ln>
        </p:spPr>
      </p:pic>
      <p:pic>
        <p:nvPicPr>
          <p:cNvPr id="381" name="Google Shape;381;p33"/>
          <p:cNvPicPr preferRelativeResize="0"/>
          <p:nvPr/>
        </p:nvPicPr>
        <p:blipFill rotWithShape="1">
          <a:blip r:embed="rId4">
            <a:alphaModFix/>
          </a:blip>
          <a:srcRect b="0" l="2456" r="1997" t="2344"/>
          <a:stretch/>
        </p:blipFill>
        <p:spPr>
          <a:xfrm>
            <a:off x="6525375" y="1263675"/>
            <a:ext cx="4829175" cy="38984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4"/>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Results</a:t>
            </a:r>
            <a:endParaRPr/>
          </a:p>
        </p:txBody>
      </p:sp>
      <p:sp>
        <p:nvSpPr>
          <p:cNvPr id="387" name="Google Shape;387;p34"/>
          <p:cNvSpPr txBox="1"/>
          <p:nvPr>
            <p:ph idx="2" type="body"/>
          </p:nvPr>
        </p:nvSpPr>
        <p:spPr>
          <a:xfrm>
            <a:off x="6330404" y="1749225"/>
            <a:ext cx="3750000" cy="18387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00000"/>
              </a:lnSpc>
              <a:spcBef>
                <a:spcPts val="1600"/>
              </a:spcBef>
              <a:spcAft>
                <a:spcPts val="0"/>
              </a:spcAft>
              <a:buNone/>
            </a:pPr>
            <a:r>
              <a:rPr lang="en-US" sz="2300"/>
              <a:t>In G2/2.5/3 loops, if an agent drops effort, the compiler catches the uncompilable code → execution fails, V=0, utility crashes → free-riding is impossible</a:t>
            </a:r>
            <a:endParaRPr sz="2300"/>
          </a:p>
        </p:txBody>
      </p:sp>
      <p:sp>
        <p:nvSpPr>
          <p:cNvPr id="388" name="Google Shape;388;p34"/>
          <p:cNvSpPr txBox="1"/>
          <p:nvPr>
            <p:ph idx="11" type="ftr"/>
          </p:nvPr>
        </p:nvSpPr>
        <p:spPr>
          <a:xfrm>
            <a:off x="291819" y="6335309"/>
            <a:ext cx="48291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389" name="Google Shape;389;p34"/>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390" name="Google Shape;390;p34"/>
          <p:cNvSpPr txBox="1"/>
          <p:nvPr>
            <p:ph type="title"/>
          </p:nvPr>
        </p:nvSpPr>
        <p:spPr>
          <a:xfrm>
            <a:off x="6330412" y="1091675"/>
            <a:ext cx="21492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b="0" lang="en-US" sz="3200">
                <a:latin typeface="Barlow Condensed SemiBold"/>
                <a:ea typeface="Barlow Condensed SemiBold"/>
                <a:cs typeface="Barlow Condensed SemiBold"/>
                <a:sym typeface="Barlow Condensed SemiBold"/>
              </a:rPr>
              <a:t>Stable Loops</a:t>
            </a:r>
            <a:endParaRPr b="0" sz="3200">
              <a:latin typeface="Barlow Condensed SemiBold"/>
              <a:ea typeface="Barlow Condensed SemiBold"/>
              <a:cs typeface="Barlow Condensed SemiBold"/>
              <a:sym typeface="Barlow Condensed SemiBold"/>
            </a:endParaRPr>
          </a:p>
        </p:txBody>
      </p:sp>
      <p:sp>
        <p:nvSpPr>
          <p:cNvPr id="391" name="Google Shape;391;p34"/>
          <p:cNvSpPr txBox="1"/>
          <p:nvPr>
            <p:ph idx="2" type="body"/>
          </p:nvPr>
        </p:nvSpPr>
        <p:spPr>
          <a:xfrm>
            <a:off x="6330404" y="4119325"/>
            <a:ext cx="3750000" cy="183870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l">
              <a:lnSpc>
                <a:spcPct val="100000"/>
              </a:lnSpc>
              <a:spcBef>
                <a:spcPts val="1600"/>
              </a:spcBef>
              <a:spcAft>
                <a:spcPts val="0"/>
              </a:spcAft>
              <a:buNone/>
            </a:pPr>
            <a:r>
              <a:rPr lang="en-US" sz="2300"/>
              <a:t>In parallel graphs like G5/6, if one Coder drops effort, a Judge safely discards it and relies on another agent. The slacker saves token cost but still receives the group reward. → incentivizes laziness</a:t>
            </a:r>
            <a:endParaRPr sz="2300"/>
          </a:p>
        </p:txBody>
      </p:sp>
      <p:sp>
        <p:nvSpPr>
          <p:cNvPr id="392" name="Google Shape;392;p34"/>
          <p:cNvSpPr txBox="1"/>
          <p:nvPr>
            <p:ph type="title"/>
          </p:nvPr>
        </p:nvSpPr>
        <p:spPr>
          <a:xfrm>
            <a:off x="6330413" y="3461775"/>
            <a:ext cx="29187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b="0" lang="en-US" sz="3200">
                <a:latin typeface="Barlow Condensed SemiBold"/>
                <a:ea typeface="Barlow Condensed SemiBold"/>
                <a:cs typeface="Barlow Condensed SemiBold"/>
                <a:sym typeface="Barlow Condensed SemiBold"/>
              </a:rPr>
              <a:t>Unstable Graphs</a:t>
            </a:r>
            <a:endParaRPr b="0" sz="3200">
              <a:latin typeface="Barlow Condensed SemiBold"/>
              <a:ea typeface="Barlow Condensed SemiBold"/>
              <a:cs typeface="Barlow Condensed SemiBold"/>
              <a:sym typeface="Barlow Condensed SemiBold"/>
            </a:endParaRPr>
          </a:p>
        </p:txBody>
      </p:sp>
      <p:pic>
        <p:nvPicPr>
          <p:cNvPr id="393" name="Google Shape;393;p34" title="Screenshot 2026-03-31 at 8.21.12 PM.png"/>
          <p:cNvPicPr preferRelativeResize="0"/>
          <p:nvPr/>
        </p:nvPicPr>
        <p:blipFill>
          <a:blip r:embed="rId3">
            <a:alphaModFix/>
          </a:blip>
          <a:stretch>
            <a:fillRect/>
          </a:stretch>
        </p:blipFill>
        <p:spPr>
          <a:xfrm>
            <a:off x="10080404" y="1806383"/>
            <a:ext cx="1837808" cy="1302524"/>
          </a:xfrm>
          <a:prstGeom prst="rect">
            <a:avLst/>
          </a:prstGeom>
          <a:noFill/>
          <a:ln>
            <a:noFill/>
          </a:ln>
        </p:spPr>
      </p:pic>
      <p:pic>
        <p:nvPicPr>
          <p:cNvPr id="394" name="Google Shape;394;p34" title="Screenshot 2026-03-31 at 8.21.27 PM.png"/>
          <p:cNvPicPr preferRelativeResize="0"/>
          <p:nvPr/>
        </p:nvPicPr>
        <p:blipFill rotWithShape="1">
          <a:blip r:embed="rId4">
            <a:alphaModFix/>
          </a:blip>
          <a:srcRect b="0" l="1797" r="0" t="0"/>
          <a:stretch/>
        </p:blipFill>
        <p:spPr>
          <a:xfrm>
            <a:off x="10189613" y="4046050"/>
            <a:ext cx="1804825" cy="1589925"/>
          </a:xfrm>
          <a:prstGeom prst="rect">
            <a:avLst/>
          </a:prstGeom>
          <a:noFill/>
          <a:ln>
            <a:noFill/>
          </a:ln>
        </p:spPr>
      </p:pic>
      <p:pic>
        <p:nvPicPr>
          <p:cNvPr id="395" name="Google Shape;395;p34"/>
          <p:cNvPicPr preferRelativeResize="0"/>
          <p:nvPr/>
        </p:nvPicPr>
        <p:blipFill>
          <a:blip r:embed="rId5">
            <a:alphaModFix/>
          </a:blip>
          <a:stretch>
            <a:fillRect/>
          </a:stretch>
        </p:blipFill>
        <p:spPr>
          <a:xfrm>
            <a:off x="0" y="1749233"/>
            <a:ext cx="6025605" cy="36153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5"/>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Conclusion</a:t>
            </a:r>
            <a:endParaRPr/>
          </a:p>
        </p:txBody>
      </p:sp>
      <p:sp>
        <p:nvSpPr>
          <p:cNvPr id="401" name="Google Shape;401;p35"/>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402" name="Google Shape;402;p35"/>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pic>
        <p:nvPicPr>
          <p:cNvPr id="403" name="Google Shape;403;p35" title="Screenshot 2026-03-31 at 4.19.35 PM.png"/>
          <p:cNvPicPr preferRelativeResize="0"/>
          <p:nvPr/>
        </p:nvPicPr>
        <p:blipFill rotWithShape="1">
          <a:blip r:embed="rId3">
            <a:alphaModFix/>
          </a:blip>
          <a:srcRect b="0" l="9404" r="0" t="0"/>
          <a:stretch/>
        </p:blipFill>
        <p:spPr>
          <a:xfrm>
            <a:off x="1080475" y="1719438"/>
            <a:ext cx="1907000" cy="2676525"/>
          </a:xfrm>
          <a:prstGeom prst="rect">
            <a:avLst/>
          </a:prstGeom>
          <a:noFill/>
          <a:ln>
            <a:noFill/>
          </a:ln>
        </p:spPr>
      </p:pic>
      <p:pic>
        <p:nvPicPr>
          <p:cNvPr id="404" name="Google Shape;404;p35" title="Screenshot 2026-03-31 at 4.20.02 PM.png"/>
          <p:cNvPicPr preferRelativeResize="0"/>
          <p:nvPr/>
        </p:nvPicPr>
        <p:blipFill>
          <a:blip r:embed="rId4">
            <a:alphaModFix/>
          </a:blip>
          <a:stretch>
            <a:fillRect/>
          </a:stretch>
        </p:blipFill>
        <p:spPr>
          <a:xfrm>
            <a:off x="4714925" y="1848033"/>
            <a:ext cx="2762250" cy="2552700"/>
          </a:xfrm>
          <a:prstGeom prst="rect">
            <a:avLst/>
          </a:prstGeom>
          <a:noFill/>
          <a:ln>
            <a:noFill/>
          </a:ln>
        </p:spPr>
      </p:pic>
      <p:pic>
        <p:nvPicPr>
          <p:cNvPr id="405" name="Google Shape;405;p35" title="Screenshot 2026-03-31 at 4.20.14 PM.png"/>
          <p:cNvPicPr preferRelativeResize="0"/>
          <p:nvPr/>
        </p:nvPicPr>
        <p:blipFill>
          <a:blip r:embed="rId5">
            <a:alphaModFix/>
          </a:blip>
          <a:stretch>
            <a:fillRect/>
          </a:stretch>
        </p:blipFill>
        <p:spPr>
          <a:xfrm>
            <a:off x="8705175" y="1848046"/>
            <a:ext cx="2628900" cy="2419350"/>
          </a:xfrm>
          <a:prstGeom prst="rect">
            <a:avLst/>
          </a:prstGeom>
          <a:noFill/>
          <a:ln>
            <a:noFill/>
          </a:ln>
        </p:spPr>
      </p:pic>
      <p:sp>
        <p:nvSpPr>
          <p:cNvPr id="406" name="Google Shape;406;p35"/>
          <p:cNvSpPr txBox="1"/>
          <p:nvPr/>
        </p:nvSpPr>
        <p:spPr>
          <a:xfrm>
            <a:off x="627875" y="4497175"/>
            <a:ext cx="3212100" cy="113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latin typeface="Barlow Condensed"/>
                <a:ea typeface="Barlow Condensed"/>
                <a:cs typeface="Barlow Condensed"/>
                <a:sym typeface="Barlow Condensed"/>
              </a:rPr>
              <a:t>We showed that multi-agent performance gains rely heavily on Interaction Graph structure. Topologies dictate token economics as much as the models themselves</a:t>
            </a:r>
            <a:endParaRPr sz="1700">
              <a:solidFill>
                <a:schemeClr val="dk1"/>
              </a:solidFill>
              <a:latin typeface="Barlow Condensed"/>
              <a:ea typeface="Barlow Condensed"/>
              <a:cs typeface="Barlow Condensed"/>
              <a:sym typeface="Barlow Condensed"/>
            </a:endParaRPr>
          </a:p>
        </p:txBody>
      </p:sp>
      <p:sp>
        <p:nvSpPr>
          <p:cNvPr id="407" name="Google Shape;407;p35"/>
          <p:cNvSpPr txBox="1"/>
          <p:nvPr/>
        </p:nvSpPr>
        <p:spPr>
          <a:xfrm>
            <a:off x="4490000" y="4497175"/>
            <a:ext cx="3212100" cy="113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latin typeface="Barlow Condensed"/>
                <a:ea typeface="Barlow Condensed"/>
                <a:cs typeface="Barlow Condensed"/>
                <a:sym typeface="Barlow Condensed"/>
              </a:rPr>
              <a:t>Optimizing topologies for Game-Theoretic Utility is necessary to prevent massive token waste</a:t>
            </a:r>
            <a:endParaRPr sz="1700">
              <a:solidFill>
                <a:schemeClr val="dk1"/>
              </a:solidFill>
              <a:latin typeface="Barlow Condensed"/>
              <a:ea typeface="Barlow Condensed"/>
              <a:cs typeface="Barlow Condensed"/>
              <a:sym typeface="Barlow Condensed"/>
            </a:endParaRPr>
          </a:p>
        </p:txBody>
      </p:sp>
      <p:sp>
        <p:nvSpPr>
          <p:cNvPr id="408" name="Google Shape;408;p35"/>
          <p:cNvSpPr txBox="1"/>
          <p:nvPr/>
        </p:nvSpPr>
        <p:spPr>
          <a:xfrm>
            <a:off x="8413575" y="4497175"/>
            <a:ext cx="3212100" cy="113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latin typeface="Barlow Condensed"/>
                <a:ea typeface="Barlow Condensed"/>
                <a:cs typeface="Barlow Condensed"/>
                <a:sym typeface="Barlow Condensed"/>
              </a:rPr>
              <a:t>Future work should prioritize </a:t>
            </a:r>
            <a:r>
              <a:rPr lang="en-US" sz="1700">
                <a:solidFill>
                  <a:schemeClr val="dk1"/>
                </a:solidFill>
                <a:latin typeface="Barlow Condensed"/>
                <a:ea typeface="Barlow Condensed"/>
                <a:cs typeface="Barlow Condensed"/>
                <a:sym typeface="Barlow Condensed"/>
              </a:rPr>
              <a:t>strict</a:t>
            </a:r>
            <a:r>
              <a:rPr lang="en-US" sz="1700">
                <a:solidFill>
                  <a:schemeClr val="dk1"/>
                </a:solidFill>
                <a:latin typeface="Barlow Condensed"/>
                <a:ea typeface="Barlow Condensed"/>
                <a:cs typeface="Barlow Condensed"/>
                <a:sym typeface="Barlow Condensed"/>
              </a:rPr>
              <a:t> execution-feedback cycles over complex, ungrounded parallel LLM debates or hierarchies</a:t>
            </a:r>
            <a:endParaRPr sz="1700">
              <a:solidFill>
                <a:schemeClr val="dk1"/>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6"/>
          <p:cNvSpPr txBox="1"/>
          <p:nvPr>
            <p:ph type="title"/>
          </p:nvPr>
        </p:nvSpPr>
        <p:spPr>
          <a:xfrm>
            <a:off x="259883" y="434108"/>
            <a:ext cx="11569800" cy="895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dk1"/>
              </a:buClr>
              <a:buSzPts val="3600"/>
              <a:buFont typeface="Barlow Condensed"/>
              <a:buNone/>
            </a:pPr>
            <a:r>
              <a:rPr lang="en-US"/>
              <a:t>Discussion &amp; Limitation</a:t>
            </a:r>
            <a:endParaRPr/>
          </a:p>
        </p:txBody>
      </p:sp>
      <p:sp>
        <p:nvSpPr>
          <p:cNvPr id="414" name="Google Shape;414;p36"/>
          <p:cNvSpPr txBox="1"/>
          <p:nvPr>
            <p:ph idx="11" type="ftr"/>
          </p:nvPr>
        </p:nvSpPr>
        <p:spPr>
          <a:xfrm>
            <a:off x="259882" y="6335309"/>
            <a:ext cx="5226600" cy="25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415" name="Google Shape;415;p36"/>
          <p:cNvSpPr txBox="1"/>
          <p:nvPr>
            <p:ph idx="12" type="sldNum"/>
          </p:nvPr>
        </p:nvSpPr>
        <p:spPr>
          <a:xfrm>
            <a:off x="5588000" y="6335309"/>
            <a:ext cx="1016100" cy="25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
        <p:nvSpPr>
          <p:cNvPr id="416" name="Google Shape;416;p36"/>
          <p:cNvSpPr txBox="1"/>
          <p:nvPr/>
        </p:nvSpPr>
        <p:spPr>
          <a:xfrm>
            <a:off x="6442841" y="5252056"/>
            <a:ext cx="5080200" cy="30180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0" i="0" lang="en-US" sz="900" u="none" cap="none" strike="noStrike">
                <a:solidFill>
                  <a:schemeClr val="lt1"/>
                </a:solidFill>
                <a:latin typeface="Verdana"/>
                <a:ea typeface="Verdana"/>
                <a:cs typeface="Verdana"/>
                <a:sym typeface="Verdana"/>
              </a:rPr>
              <a:t>Photo credit: @bruce.digital</a:t>
            </a:r>
            <a:endParaRPr b="0" i="0" sz="900" u="none" cap="none" strike="noStrike">
              <a:solidFill>
                <a:schemeClr val="lt1"/>
              </a:solidFill>
              <a:latin typeface="Verdana"/>
              <a:ea typeface="Verdana"/>
              <a:cs typeface="Verdana"/>
              <a:sym typeface="Verdana"/>
            </a:endParaRPr>
          </a:p>
        </p:txBody>
      </p:sp>
      <p:sp>
        <p:nvSpPr>
          <p:cNvPr id="417" name="Google Shape;417;p36"/>
          <p:cNvSpPr txBox="1"/>
          <p:nvPr/>
        </p:nvSpPr>
        <p:spPr>
          <a:xfrm>
            <a:off x="427950" y="2174188"/>
            <a:ext cx="4272300" cy="2586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US" sz="1800">
                <a:solidFill>
                  <a:schemeClr val="dk1"/>
                </a:solidFill>
              </a:rPr>
              <a:t>Limit to MBPP due to </a:t>
            </a:r>
            <a:r>
              <a:rPr lang="en-US" sz="1800">
                <a:solidFill>
                  <a:schemeClr val="dk1"/>
                </a:solidFill>
              </a:rPr>
              <a:t>computational</a:t>
            </a:r>
            <a:r>
              <a:rPr lang="en-US" sz="1800">
                <a:solidFill>
                  <a:schemeClr val="dk1"/>
                </a:solidFill>
              </a:rPr>
              <a:t> limitations.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E</a:t>
            </a:r>
            <a:r>
              <a:rPr lang="en-US" sz="1800">
                <a:solidFill>
                  <a:schemeClr val="dk1"/>
                </a:solidFill>
              </a:rPr>
              <a:t>quilibrium analysis is empirical and approximate through prompt.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18" name="Google Shape;418;p36"/>
          <p:cNvSpPr txBox="1"/>
          <p:nvPr/>
        </p:nvSpPr>
        <p:spPr>
          <a:xfrm>
            <a:off x="6745375" y="2026225"/>
            <a:ext cx="4403700" cy="3285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1"/>
              </a:buClr>
              <a:buSzPts val="1800"/>
              <a:buChar char="●"/>
            </a:pPr>
            <a:r>
              <a:rPr lang="en-US" sz="1800">
                <a:solidFill>
                  <a:schemeClr val="dk1"/>
                </a:solidFill>
              </a:rPr>
              <a:t>Broader </a:t>
            </a:r>
            <a:r>
              <a:rPr lang="en-US" sz="1800">
                <a:solidFill>
                  <a:schemeClr val="dk1"/>
                </a:solidFill>
              </a:rPr>
              <a:t>Evaluation on complex benchmarks and SE tasks.</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342900" lvl="0" marL="457200" marR="0" rtl="0" algn="l">
              <a:lnSpc>
                <a:spcPct val="100000"/>
              </a:lnSpc>
              <a:spcBef>
                <a:spcPts val="0"/>
              </a:spcBef>
              <a:spcAft>
                <a:spcPts val="0"/>
              </a:spcAft>
              <a:buClr>
                <a:schemeClr val="dk1"/>
              </a:buClr>
              <a:buSzPts val="1800"/>
              <a:buChar char="●"/>
            </a:pPr>
            <a:r>
              <a:rPr lang="en-US" sz="1800">
                <a:solidFill>
                  <a:schemeClr val="dk1"/>
                </a:solidFill>
              </a:rPr>
              <a:t>Expand the utility model to include latency, tool overhead, and monetary cost.</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342900" lvl="0" marL="457200" marR="0" rtl="0" algn="l">
              <a:lnSpc>
                <a:spcPct val="100000"/>
              </a:lnSpc>
              <a:spcBef>
                <a:spcPts val="0"/>
              </a:spcBef>
              <a:spcAft>
                <a:spcPts val="0"/>
              </a:spcAft>
              <a:buClr>
                <a:schemeClr val="dk1"/>
              </a:buClr>
              <a:buSzPts val="1800"/>
              <a:buChar char="●"/>
            </a:pPr>
            <a:r>
              <a:rPr lang="en-US" sz="1800">
                <a:solidFill>
                  <a:schemeClr val="dk1"/>
                </a:solidFill>
              </a:rPr>
              <a:t>Develop temporal or trajectory-level attribution methods</a:t>
            </a:r>
            <a:endParaRPr sz="1200">
              <a:solidFill>
                <a:schemeClr val="dk1"/>
              </a:solidFill>
            </a:endParaRPr>
          </a:p>
          <a:p>
            <a:pPr indent="0" lvl="0" marL="0" marR="0" rtl="0" algn="l">
              <a:lnSpc>
                <a:spcPct val="100000"/>
              </a:lnSpc>
              <a:spcBef>
                <a:spcPts val="0"/>
              </a:spcBef>
              <a:spcAft>
                <a:spcPts val="0"/>
              </a:spcAft>
              <a:buNone/>
            </a:pPr>
            <a:r>
              <a:t/>
            </a:r>
            <a:endParaRPr sz="2500">
              <a:solidFill>
                <a:schemeClr val="dk1"/>
              </a:solidFill>
              <a:latin typeface="Georgia"/>
              <a:ea typeface="Georgia"/>
              <a:cs typeface="Georgia"/>
              <a:sym typeface="Georgia"/>
            </a:endParaRPr>
          </a:p>
        </p:txBody>
      </p:sp>
      <p:sp>
        <p:nvSpPr>
          <p:cNvPr id="419" name="Google Shape;419;p36"/>
          <p:cNvSpPr txBox="1"/>
          <p:nvPr/>
        </p:nvSpPr>
        <p:spPr>
          <a:xfrm>
            <a:off x="356500" y="1451300"/>
            <a:ext cx="24573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0B5394"/>
                </a:solidFill>
                <a:latin typeface="Barlow Condensed"/>
                <a:ea typeface="Barlow Condensed"/>
                <a:cs typeface="Barlow Condensed"/>
                <a:sym typeface="Barlow Condensed"/>
              </a:rPr>
              <a:t>Limitations</a:t>
            </a:r>
            <a:endParaRPr b="1" sz="2000">
              <a:solidFill>
                <a:srgbClr val="0B5394"/>
              </a:solidFill>
              <a:latin typeface="Barlow Condensed"/>
              <a:ea typeface="Barlow Condensed"/>
              <a:cs typeface="Barlow Condensed"/>
              <a:sym typeface="Barlow Condensed"/>
            </a:endParaRPr>
          </a:p>
        </p:txBody>
      </p:sp>
      <p:cxnSp>
        <p:nvCxnSpPr>
          <p:cNvPr id="420" name="Google Shape;420;p36"/>
          <p:cNvCxnSpPr/>
          <p:nvPr/>
        </p:nvCxnSpPr>
        <p:spPr>
          <a:xfrm>
            <a:off x="427950" y="1969938"/>
            <a:ext cx="4403700" cy="0"/>
          </a:xfrm>
          <a:prstGeom prst="straightConnector1">
            <a:avLst/>
          </a:prstGeom>
          <a:noFill/>
          <a:ln cap="flat" cmpd="sng" w="9525">
            <a:solidFill>
              <a:schemeClr val="accent5"/>
            </a:solidFill>
            <a:prstDash val="solid"/>
            <a:round/>
            <a:headEnd len="med" w="med" type="none"/>
            <a:tailEnd len="med" w="med" type="none"/>
          </a:ln>
        </p:spPr>
      </p:cxnSp>
      <p:sp>
        <p:nvSpPr>
          <p:cNvPr id="421" name="Google Shape;421;p36"/>
          <p:cNvSpPr txBox="1"/>
          <p:nvPr/>
        </p:nvSpPr>
        <p:spPr>
          <a:xfrm>
            <a:off x="6745375" y="1298425"/>
            <a:ext cx="24573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0B5394"/>
                </a:solidFill>
                <a:latin typeface="Barlow Condensed"/>
                <a:ea typeface="Barlow Condensed"/>
                <a:cs typeface="Barlow Condensed"/>
                <a:sym typeface="Barlow Condensed"/>
              </a:rPr>
              <a:t>Future Works</a:t>
            </a:r>
            <a:endParaRPr b="1" sz="2000">
              <a:solidFill>
                <a:srgbClr val="0B5394"/>
              </a:solidFill>
              <a:latin typeface="Barlow Condensed"/>
              <a:ea typeface="Barlow Condensed"/>
              <a:cs typeface="Barlow Condensed"/>
              <a:sym typeface="Barlow Condensed"/>
            </a:endParaRPr>
          </a:p>
        </p:txBody>
      </p:sp>
      <p:cxnSp>
        <p:nvCxnSpPr>
          <p:cNvPr id="422" name="Google Shape;422;p36"/>
          <p:cNvCxnSpPr/>
          <p:nvPr/>
        </p:nvCxnSpPr>
        <p:spPr>
          <a:xfrm>
            <a:off x="6816825" y="1817063"/>
            <a:ext cx="4403700" cy="0"/>
          </a:xfrm>
          <a:prstGeom prst="straightConnector1">
            <a:avLst/>
          </a:prstGeom>
          <a:noFill/>
          <a:ln cap="flat" cmpd="sng" w="9525">
            <a:solidFill>
              <a:schemeClr val="accent5"/>
            </a:solidFill>
            <a:prstDash val="solid"/>
            <a:round/>
            <a:headEnd len="med" w="med" type="none"/>
            <a:tailEnd len="med" w="med"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7"/>
          <p:cNvSpPr txBox="1"/>
          <p:nvPr>
            <p:ph idx="1" type="body"/>
          </p:nvPr>
        </p:nvSpPr>
        <p:spPr>
          <a:xfrm>
            <a:off x="1550988" y="3461559"/>
            <a:ext cx="9070975" cy="598488"/>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720"/>
              <a:buNone/>
            </a:pPr>
            <a:r>
              <a:rPr lang="en-US"/>
              <a:t>Thank You</a:t>
            </a:r>
            <a:endParaRPr/>
          </a:p>
        </p:txBody>
      </p:sp>
      <p:sp>
        <p:nvSpPr>
          <p:cNvPr id="428" name="Google Shape;428;p37"/>
          <p:cNvSpPr txBox="1"/>
          <p:nvPr>
            <p:ph type="title"/>
          </p:nvPr>
        </p:nvSpPr>
        <p:spPr>
          <a:xfrm>
            <a:off x="287591" y="2382981"/>
            <a:ext cx="11569729" cy="1046019"/>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6000"/>
              <a:buFont typeface="Barlow Condensed"/>
              <a:buNone/>
            </a:pPr>
            <a:r>
              <a:rPr lang="en-US"/>
              <a:t>Q&amp;A</a:t>
            </a:r>
            <a:endParaRPr/>
          </a:p>
        </p:txBody>
      </p:sp>
      <p:sp>
        <p:nvSpPr>
          <p:cNvPr id="429" name="Google Shape;429;p37"/>
          <p:cNvSpPr txBox="1"/>
          <p:nvPr>
            <p:ph idx="11" type="ftr"/>
          </p:nvPr>
        </p:nvSpPr>
        <p:spPr>
          <a:xfrm>
            <a:off x="259882" y="6335309"/>
            <a:ext cx="5226517" cy="2503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GRAPH TOPOLOGIES AND INCENTIVE STABILITY IN MULTI-AGENT CODE GENERATION</a:t>
            </a:r>
            <a:endParaRPr/>
          </a:p>
          <a:p>
            <a:pPr indent="0" lvl="0" marL="0" rtl="0" algn="l">
              <a:spcBef>
                <a:spcPts val="0"/>
              </a:spcBef>
              <a:spcAft>
                <a:spcPts val="0"/>
              </a:spcAft>
              <a:buNone/>
            </a:pPr>
            <a:r>
              <a:t/>
            </a:r>
            <a:endParaRPr/>
          </a:p>
        </p:txBody>
      </p:sp>
      <p:sp>
        <p:nvSpPr>
          <p:cNvPr id="430" name="Google Shape;430;p37"/>
          <p:cNvSpPr txBox="1"/>
          <p:nvPr>
            <p:ph idx="12" type="sldNum"/>
          </p:nvPr>
        </p:nvSpPr>
        <p:spPr>
          <a:xfrm>
            <a:off x="5588000" y="6335309"/>
            <a:ext cx="1016000" cy="250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UofWaterloo_WhiteBkgrd">
  <a:themeElements>
    <a:clrScheme name="UWaterloo Math">
      <a:dk1>
        <a:srgbClr val="000000"/>
      </a:dk1>
      <a:lt1>
        <a:srgbClr val="FFFFFF"/>
      </a:lt1>
      <a:dk2>
        <a:srgbClr val="757575"/>
      </a:dk2>
      <a:lt2>
        <a:srgbClr val="D6D6D6"/>
      </a:lt2>
      <a:accent1>
        <a:srgbClr val="DF1AA0"/>
      </a:accent1>
      <a:accent2>
        <a:srgbClr val="0C0C0C"/>
      </a:accent2>
      <a:accent3>
        <a:srgbClr val="EF60AD"/>
      </a:accent3>
      <a:accent4>
        <a:srgbClr val="EFBBF0"/>
      </a:accent4>
      <a:accent5>
        <a:srgbClr val="A2006E"/>
      </a:accent5>
      <a:accent6>
        <a:srgbClr val="DF1AA0"/>
      </a:accent6>
      <a:hlink>
        <a:srgbClr val="A2006E"/>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